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55" r:id="rId4"/>
  </p:sldMasterIdLst>
  <p:notesMasterIdLst>
    <p:notesMasterId r:id="rId1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6" r:id="rId11"/>
    <p:sldId id="263" r:id="rId12"/>
    <p:sldId id="264" r:id="rId13"/>
    <p:sldId id="265" r:id="rId14"/>
  </p:sldIdLst>
  <p:sldSz cx="12192000" cy="6858000"/>
  <p:notesSz cx="7104063" cy="102346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ebong Lim" initials="JL" lastIdx="3" clrIdx="0">
    <p:extLst>
      <p:ext uri="{19B8F6BF-5375-455C-9EA6-DF929625EA0E}">
        <p15:presenceInfo xmlns:p15="http://schemas.microsoft.com/office/powerpoint/2012/main" userId="1f0b1cb22ae33bd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600"/>
    <a:srgbClr val="FF0000"/>
    <a:srgbClr val="FFF2CC"/>
    <a:srgbClr val="E2F0D9"/>
    <a:srgbClr val="F9E5E6"/>
    <a:srgbClr val="3333CC"/>
    <a:srgbClr val="40CA9B"/>
    <a:srgbClr val="9CC9FF"/>
    <a:srgbClr val="A6DBFC"/>
    <a:srgbClr val="2971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7DDFC0-04F2-0741-8E62-42888BE78E9C}" v="2" dt="2026-05-21T00:20:31.9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C4B1156A-380E-4F78-BDF5-A606A8083BF9}" styleName="보통 스타일 4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6D9F66E-5EB9-4882-86FB-DCBF35E3C3E4}" styleName="보통 스타일 4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06799F8-075E-4A3A-A7F6-7FBC6576F1A4}" styleName="테마 스타일 2 - 강조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24" autoAdjust="0"/>
    <p:restoredTop sz="80342" autoAdjust="0"/>
  </p:normalViewPr>
  <p:slideViewPr>
    <p:cSldViewPr>
      <p:cViewPr varScale="1">
        <p:scale>
          <a:sx n="101" d="100"/>
          <a:sy n="101" d="100"/>
        </p:scale>
        <p:origin x="264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976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974"/>
    </p:cViewPr>
  </p:sorterViewPr>
  <p:notesViewPr>
    <p:cSldViewPr>
      <p:cViewPr varScale="1">
        <p:scale>
          <a:sx n="115" d="100"/>
          <a:sy n="115" d="100"/>
        </p:scale>
        <p:origin x="3960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ek Yunju" userId="a0536856759b6721" providerId="LiveId" clId="{609BF4E4-04A1-5862-9FCB-1528E9AC0F98}"/>
    <pc:docChg chg="undo custSel addSld delSld modSld">
      <pc:chgData name="Baek Yunju" userId="a0536856759b6721" providerId="LiveId" clId="{609BF4E4-04A1-5862-9FCB-1528E9AC0F98}" dt="2026-05-21T00:21:38.344" v="107"/>
      <pc:docMkLst>
        <pc:docMk/>
      </pc:docMkLst>
      <pc:sldChg chg="addSp delSp modSp mod">
        <pc:chgData name="Baek Yunju" userId="a0536856759b6721" providerId="LiveId" clId="{609BF4E4-04A1-5862-9FCB-1528E9AC0F98}" dt="2026-05-21T00:20:31.981" v="105" actId="166"/>
        <pc:sldMkLst>
          <pc:docMk/>
          <pc:sldMk cId="0" sldId="256"/>
        </pc:sldMkLst>
        <pc:spChg chg="mod">
          <ac:chgData name="Baek Yunju" userId="a0536856759b6721" providerId="LiveId" clId="{609BF4E4-04A1-5862-9FCB-1528E9AC0F98}" dt="2026-05-21T00:04:20.586" v="70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Baek Yunju" userId="a0536856759b6721" providerId="LiveId" clId="{609BF4E4-04A1-5862-9FCB-1528E9AC0F98}" dt="2026-05-21T00:20:31.981" v="105" actId="166"/>
          <ac:spMkLst>
            <pc:docMk/>
            <pc:sldMk cId="0" sldId="256"/>
            <ac:spMk id="3" creationId="{00000000-0000-0000-0000-000000000000}"/>
          </ac:spMkLst>
        </pc:spChg>
        <pc:picChg chg="add del mod">
          <ac:chgData name="Baek Yunju" userId="a0536856759b6721" providerId="LiveId" clId="{609BF4E4-04A1-5862-9FCB-1528E9AC0F98}" dt="2026-05-21T00:13:15.642" v="98" actId="478"/>
          <ac:picMkLst>
            <pc:docMk/>
            <pc:sldMk cId="0" sldId="256"/>
            <ac:picMk id="5" creationId="{698566F3-A214-2338-ECDE-C98EA012C497}"/>
          </ac:picMkLst>
        </pc:picChg>
        <pc:picChg chg="add mod">
          <ac:chgData name="Baek Yunju" userId="a0536856759b6721" providerId="LiveId" clId="{609BF4E4-04A1-5862-9FCB-1528E9AC0F98}" dt="2026-05-21T00:20:25.586" v="104" actId="14100"/>
          <ac:picMkLst>
            <pc:docMk/>
            <pc:sldMk cId="0" sldId="256"/>
            <ac:picMk id="7" creationId="{5A15C8FE-A82A-F982-B4DA-A276B1283014}"/>
          </ac:picMkLst>
        </pc:picChg>
      </pc:sldChg>
      <pc:sldChg chg="delSp mod">
        <pc:chgData name="Baek Yunju" userId="a0536856759b6721" providerId="LiveId" clId="{609BF4E4-04A1-5862-9FCB-1528E9AC0F98}" dt="2026-05-20T23:48:06.393" v="0" actId="478"/>
        <pc:sldMkLst>
          <pc:docMk/>
          <pc:sldMk cId="0" sldId="257"/>
        </pc:sldMkLst>
        <pc:spChg chg="del">
          <ac:chgData name="Baek Yunju" userId="a0536856759b6721" providerId="LiveId" clId="{609BF4E4-04A1-5862-9FCB-1528E9AC0F98}" dt="2026-05-20T23:48:06.393" v="0" actId="478"/>
          <ac:spMkLst>
            <pc:docMk/>
            <pc:sldMk cId="0" sldId="257"/>
            <ac:spMk id="3" creationId="{00000000-0000-0000-0000-000000000000}"/>
          </ac:spMkLst>
        </pc:spChg>
      </pc:sldChg>
      <pc:sldChg chg="delSp mod">
        <pc:chgData name="Baek Yunju" userId="a0536856759b6721" providerId="LiveId" clId="{609BF4E4-04A1-5862-9FCB-1528E9AC0F98}" dt="2026-05-20T23:48:10.505" v="1" actId="478"/>
        <pc:sldMkLst>
          <pc:docMk/>
          <pc:sldMk cId="0" sldId="258"/>
        </pc:sldMkLst>
        <pc:spChg chg="del">
          <ac:chgData name="Baek Yunju" userId="a0536856759b6721" providerId="LiveId" clId="{609BF4E4-04A1-5862-9FCB-1528E9AC0F98}" dt="2026-05-20T23:48:10.505" v="1" actId="478"/>
          <ac:spMkLst>
            <pc:docMk/>
            <pc:sldMk cId="0" sldId="258"/>
            <ac:spMk id="3" creationId="{00000000-0000-0000-0000-000000000000}"/>
          </ac:spMkLst>
        </pc:spChg>
      </pc:sldChg>
      <pc:sldChg chg="delSp mod">
        <pc:chgData name="Baek Yunju" userId="a0536856759b6721" providerId="LiveId" clId="{609BF4E4-04A1-5862-9FCB-1528E9AC0F98}" dt="2026-05-20T23:48:15.114" v="2" actId="478"/>
        <pc:sldMkLst>
          <pc:docMk/>
          <pc:sldMk cId="0" sldId="259"/>
        </pc:sldMkLst>
        <pc:spChg chg="del">
          <ac:chgData name="Baek Yunju" userId="a0536856759b6721" providerId="LiveId" clId="{609BF4E4-04A1-5862-9FCB-1528E9AC0F98}" dt="2026-05-20T23:48:15.114" v="2" actId="478"/>
          <ac:spMkLst>
            <pc:docMk/>
            <pc:sldMk cId="0" sldId="259"/>
            <ac:spMk id="3" creationId="{00000000-0000-0000-0000-000000000000}"/>
          </ac:spMkLst>
        </pc:spChg>
      </pc:sldChg>
      <pc:sldChg chg="delSp mod">
        <pc:chgData name="Baek Yunju" userId="a0536856759b6721" providerId="LiveId" clId="{609BF4E4-04A1-5862-9FCB-1528E9AC0F98}" dt="2026-05-20T23:48:18.806" v="3" actId="478"/>
        <pc:sldMkLst>
          <pc:docMk/>
          <pc:sldMk cId="0" sldId="260"/>
        </pc:sldMkLst>
        <pc:spChg chg="del">
          <ac:chgData name="Baek Yunju" userId="a0536856759b6721" providerId="LiveId" clId="{609BF4E4-04A1-5862-9FCB-1528E9AC0F98}" dt="2026-05-20T23:48:18.806" v="3" actId="478"/>
          <ac:spMkLst>
            <pc:docMk/>
            <pc:sldMk cId="0" sldId="260"/>
            <ac:spMk id="3" creationId="{00000000-0000-0000-0000-000000000000}"/>
          </ac:spMkLst>
        </pc:spChg>
      </pc:sldChg>
      <pc:sldChg chg="delSp mod">
        <pc:chgData name="Baek Yunju" userId="a0536856759b6721" providerId="LiveId" clId="{609BF4E4-04A1-5862-9FCB-1528E9AC0F98}" dt="2026-05-20T23:48:24.190" v="4" actId="478"/>
        <pc:sldMkLst>
          <pc:docMk/>
          <pc:sldMk cId="0" sldId="261"/>
        </pc:sldMkLst>
        <pc:spChg chg="del">
          <ac:chgData name="Baek Yunju" userId="a0536856759b6721" providerId="LiveId" clId="{609BF4E4-04A1-5862-9FCB-1528E9AC0F98}" dt="2026-05-20T23:48:24.190" v="4" actId="478"/>
          <ac:spMkLst>
            <pc:docMk/>
            <pc:sldMk cId="0" sldId="261"/>
            <ac:spMk id="3" creationId="{00000000-0000-0000-0000-000000000000}"/>
          </ac:spMkLst>
        </pc:spChg>
      </pc:sldChg>
      <pc:sldChg chg="delSp del mod">
        <pc:chgData name="Baek Yunju" userId="a0536856759b6721" providerId="LiveId" clId="{609BF4E4-04A1-5862-9FCB-1528E9AC0F98}" dt="2026-05-21T00:21:38.344" v="107"/>
        <pc:sldMkLst>
          <pc:docMk/>
          <pc:sldMk cId="0" sldId="262"/>
        </pc:sldMkLst>
        <pc:spChg chg="del">
          <ac:chgData name="Baek Yunju" userId="a0536856759b6721" providerId="LiveId" clId="{609BF4E4-04A1-5862-9FCB-1528E9AC0F98}" dt="2026-05-20T23:48:34.959" v="6" actId="478"/>
          <ac:spMkLst>
            <pc:docMk/>
            <pc:sldMk cId="0" sldId="262"/>
            <ac:spMk id="2" creationId="{00000000-0000-0000-0000-000000000000}"/>
          </ac:spMkLst>
        </pc:spChg>
        <pc:spChg chg="del">
          <ac:chgData name="Baek Yunju" userId="a0536856759b6721" providerId="LiveId" clId="{609BF4E4-04A1-5862-9FCB-1528E9AC0F98}" dt="2026-05-20T23:48:31.206" v="5" actId="478"/>
          <ac:spMkLst>
            <pc:docMk/>
            <pc:sldMk cId="0" sldId="262"/>
            <ac:spMk id="3" creationId="{00000000-0000-0000-0000-000000000000}"/>
          </ac:spMkLst>
        </pc:spChg>
      </pc:sldChg>
      <pc:sldChg chg="delSp modSp mod">
        <pc:chgData name="Baek Yunju" userId="a0536856759b6721" providerId="LiveId" clId="{609BF4E4-04A1-5862-9FCB-1528E9AC0F98}" dt="2026-05-21T00:05:13.231" v="92" actId="20577"/>
        <pc:sldMkLst>
          <pc:docMk/>
          <pc:sldMk cId="0" sldId="263"/>
        </pc:sldMkLst>
        <pc:spChg chg="mod">
          <ac:chgData name="Baek Yunju" userId="a0536856759b6721" providerId="LiveId" clId="{609BF4E4-04A1-5862-9FCB-1528E9AC0F98}" dt="2026-05-21T00:05:13.231" v="92" actId="20577"/>
          <ac:spMkLst>
            <pc:docMk/>
            <pc:sldMk cId="0" sldId="263"/>
            <ac:spMk id="2" creationId="{00000000-0000-0000-0000-000000000000}"/>
          </ac:spMkLst>
        </pc:spChg>
        <pc:spChg chg="del">
          <ac:chgData name="Baek Yunju" userId="a0536856759b6721" providerId="LiveId" clId="{609BF4E4-04A1-5862-9FCB-1528E9AC0F98}" dt="2026-05-20T23:48:39.398" v="7" actId="478"/>
          <ac:spMkLst>
            <pc:docMk/>
            <pc:sldMk cId="0" sldId="263"/>
            <ac:spMk id="3" creationId="{00000000-0000-0000-0000-000000000000}"/>
          </ac:spMkLst>
        </pc:spChg>
      </pc:sldChg>
      <pc:sldChg chg="delSp mod">
        <pc:chgData name="Baek Yunju" userId="a0536856759b6721" providerId="LiveId" clId="{609BF4E4-04A1-5862-9FCB-1528E9AC0F98}" dt="2026-05-20T23:48:45.522" v="8" actId="478"/>
        <pc:sldMkLst>
          <pc:docMk/>
          <pc:sldMk cId="0" sldId="264"/>
        </pc:sldMkLst>
        <pc:spChg chg="del">
          <ac:chgData name="Baek Yunju" userId="a0536856759b6721" providerId="LiveId" clId="{609BF4E4-04A1-5862-9FCB-1528E9AC0F98}" dt="2026-05-20T23:48:45.522" v="8" actId="478"/>
          <ac:spMkLst>
            <pc:docMk/>
            <pc:sldMk cId="0" sldId="264"/>
            <ac:spMk id="3" creationId="{00000000-0000-0000-0000-000000000000}"/>
          </ac:spMkLst>
        </pc:spChg>
      </pc:sldChg>
      <pc:sldChg chg="delSp mod">
        <pc:chgData name="Baek Yunju" userId="a0536856759b6721" providerId="LiveId" clId="{609BF4E4-04A1-5862-9FCB-1528E9AC0F98}" dt="2026-05-20T23:48:49.784" v="9" actId="478"/>
        <pc:sldMkLst>
          <pc:docMk/>
          <pc:sldMk cId="0" sldId="265"/>
        </pc:sldMkLst>
        <pc:spChg chg="del">
          <ac:chgData name="Baek Yunju" userId="a0536856759b6721" providerId="LiveId" clId="{609BF4E4-04A1-5862-9FCB-1528E9AC0F98}" dt="2026-05-20T23:48:49.784" v="9" actId="478"/>
          <ac:spMkLst>
            <pc:docMk/>
            <pc:sldMk cId="0" sldId="265"/>
            <ac:spMk id="3" creationId="{00000000-0000-0000-0000-000000000000}"/>
          </ac:spMkLst>
        </pc:spChg>
      </pc:sldChg>
      <pc:sldChg chg="delSp add del mod">
        <pc:chgData name="Baek Yunju" userId="a0536856759b6721" providerId="LiveId" clId="{609BF4E4-04A1-5862-9FCB-1528E9AC0F98}" dt="2026-05-21T00:21:38.335" v="106"/>
        <pc:sldMkLst>
          <pc:docMk/>
          <pc:sldMk cId="4110167855" sldId="266"/>
        </pc:sldMkLst>
        <pc:spChg chg="del">
          <ac:chgData name="Baek Yunju" userId="a0536856759b6721" providerId="LiveId" clId="{609BF4E4-04A1-5862-9FCB-1528E9AC0F98}" dt="2026-05-20T23:48:53.678" v="10" actId="478"/>
          <ac:spMkLst>
            <pc:docMk/>
            <pc:sldMk cId="4110167855" sldId="266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3079202" cy="511731"/>
          </a:xfrm>
          <a:prstGeom prst="rect">
            <a:avLst/>
          </a:prstGeom>
        </p:spPr>
        <p:txBody>
          <a:bodyPr vert="horz" lIns="94788" tIns="47393" rIns="94788" bIns="47393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204" y="2"/>
            <a:ext cx="3079202" cy="511731"/>
          </a:xfrm>
          <a:prstGeom prst="rect">
            <a:avLst/>
          </a:prstGeom>
        </p:spPr>
        <p:txBody>
          <a:bodyPr vert="horz" lIns="94788" tIns="47393" rIns="94788" bIns="47393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21499F97-BB47-45ED-AC31-7F9ED4293EAA}" type="datetimeFigureOut">
              <a:rPr lang="ko-KR" altLang="en-US"/>
              <a:pPr>
                <a:defRPr/>
              </a:pPr>
              <a:t>2026. 5. 21.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6763"/>
            <a:ext cx="6824663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8" tIns="47393" rIns="94788" bIns="47393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075" y="4862265"/>
            <a:ext cx="5683914" cy="4605576"/>
          </a:xfrm>
          <a:prstGeom prst="rect">
            <a:avLst/>
          </a:prstGeom>
        </p:spPr>
        <p:txBody>
          <a:bodyPr vert="horz" lIns="94788" tIns="47393" rIns="94788" bIns="47393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241"/>
            <a:ext cx="3079202" cy="511731"/>
          </a:xfrm>
          <a:prstGeom prst="rect">
            <a:avLst/>
          </a:prstGeom>
        </p:spPr>
        <p:txBody>
          <a:bodyPr vert="horz" lIns="94788" tIns="47393" rIns="94788" bIns="47393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204" y="9721241"/>
            <a:ext cx="3079202" cy="511731"/>
          </a:xfrm>
          <a:prstGeom prst="rect">
            <a:avLst/>
          </a:prstGeom>
        </p:spPr>
        <p:txBody>
          <a:bodyPr vert="horz" lIns="94788" tIns="47393" rIns="94788" bIns="47393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9704BDEB-2622-494F-914E-41CA57E9214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60148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704BDEB-2622-494F-914E-41CA57E9214C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07789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06967" y="1905000"/>
            <a:ext cx="10957984" cy="2058988"/>
            <a:chOff x="336" y="1200"/>
            <a:chExt cx="5177" cy="1297"/>
          </a:xfrm>
        </p:grpSpPr>
        <p:sp>
          <p:nvSpPr>
            <p:cNvPr id="6" name="Freeform 9"/>
            <p:cNvSpPr>
              <a:spLocks/>
            </p:cNvSpPr>
            <p:nvPr/>
          </p:nvSpPr>
          <p:spPr bwMode="auto">
            <a:xfrm>
              <a:off x="336" y="1776"/>
              <a:ext cx="2585" cy="721"/>
            </a:xfrm>
            <a:custGeom>
              <a:avLst/>
              <a:gdLst/>
              <a:ahLst/>
              <a:cxnLst>
                <a:cxn ang="0">
                  <a:pos x="48" y="0"/>
                </a:cxn>
                <a:cxn ang="0">
                  <a:pos x="0" y="192"/>
                </a:cxn>
                <a:cxn ang="0">
                  <a:pos x="524" y="468"/>
                </a:cxn>
                <a:cxn ang="0">
                  <a:pos x="1124" y="652"/>
                </a:cxn>
                <a:cxn ang="0">
                  <a:pos x="1920" y="712"/>
                </a:cxn>
                <a:cxn ang="0">
                  <a:pos x="2432" y="600"/>
                </a:cxn>
                <a:cxn ang="0">
                  <a:pos x="2576" y="396"/>
                </a:cxn>
                <a:cxn ang="0">
                  <a:pos x="2376" y="516"/>
                </a:cxn>
                <a:cxn ang="0">
                  <a:pos x="1808" y="576"/>
                </a:cxn>
                <a:cxn ang="0">
                  <a:pos x="1196" y="504"/>
                </a:cxn>
                <a:cxn ang="0">
                  <a:pos x="776" y="372"/>
                </a:cxn>
                <a:cxn ang="0">
                  <a:pos x="392" y="188"/>
                </a:cxn>
                <a:cxn ang="0">
                  <a:pos x="48" y="0"/>
                </a:cxn>
              </a:cxnLst>
              <a:rect l="0" t="0" r="r" b="b"/>
              <a:pathLst>
                <a:path w="2585" h="721">
                  <a:moveTo>
                    <a:pt x="48" y="0"/>
                  </a:moveTo>
                  <a:lnTo>
                    <a:pt x="0" y="192"/>
                  </a:lnTo>
                  <a:cubicBezTo>
                    <a:pt x="79" y="270"/>
                    <a:pt x="337" y="391"/>
                    <a:pt x="524" y="468"/>
                  </a:cubicBezTo>
                  <a:cubicBezTo>
                    <a:pt x="711" y="545"/>
                    <a:pt x="891" y="611"/>
                    <a:pt x="1124" y="652"/>
                  </a:cubicBezTo>
                  <a:cubicBezTo>
                    <a:pt x="1357" y="693"/>
                    <a:pt x="1702" y="721"/>
                    <a:pt x="1920" y="712"/>
                  </a:cubicBezTo>
                  <a:cubicBezTo>
                    <a:pt x="2138" y="703"/>
                    <a:pt x="2323" y="653"/>
                    <a:pt x="2432" y="600"/>
                  </a:cubicBezTo>
                  <a:cubicBezTo>
                    <a:pt x="2541" y="547"/>
                    <a:pt x="2585" y="410"/>
                    <a:pt x="2576" y="396"/>
                  </a:cubicBezTo>
                  <a:cubicBezTo>
                    <a:pt x="2567" y="382"/>
                    <a:pt x="2504" y="486"/>
                    <a:pt x="2376" y="516"/>
                  </a:cubicBezTo>
                  <a:cubicBezTo>
                    <a:pt x="2248" y="546"/>
                    <a:pt x="2005" y="578"/>
                    <a:pt x="1808" y="576"/>
                  </a:cubicBezTo>
                  <a:cubicBezTo>
                    <a:pt x="1611" y="574"/>
                    <a:pt x="1368" y="538"/>
                    <a:pt x="1196" y="504"/>
                  </a:cubicBezTo>
                  <a:cubicBezTo>
                    <a:pt x="1024" y="470"/>
                    <a:pt x="910" y="425"/>
                    <a:pt x="776" y="372"/>
                  </a:cubicBezTo>
                  <a:cubicBezTo>
                    <a:pt x="642" y="319"/>
                    <a:pt x="513" y="250"/>
                    <a:pt x="392" y="188"/>
                  </a:cubicBezTo>
                  <a:cubicBezTo>
                    <a:pt x="271" y="126"/>
                    <a:pt x="120" y="39"/>
                    <a:pt x="48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40000"/>
                    <a:invGamma/>
                  </a:schemeClr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>
                <a:latin typeface="+mn-lt"/>
                <a:ea typeface="굴림" pitchFamily="50" charset="-127"/>
              </a:endParaRPr>
            </a:p>
          </p:txBody>
        </p:sp>
        <p:sp>
          <p:nvSpPr>
            <p:cNvPr id="7" name="Freeform 10"/>
            <p:cNvSpPr>
              <a:spLocks/>
            </p:cNvSpPr>
            <p:nvPr/>
          </p:nvSpPr>
          <p:spPr bwMode="auto">
            <a:xfrm rot="-1915" flipH="1" flipV="1">
              <a:off x="2880" y="1200"/>
              <a:ext cx="2633" cy="771"/>
            </a:xfrm>
            <a:custGeom>
              <a:avLst/>
              <a:gdLst/>
              <a:ahLst/>
              <a:cxnLst>
                <a:cxn ang="0">
                  <a:pos x="48" y="0"/>
                </a:cxn>
                <a:cxn ang="0">
                  <a:pos x="0" y="192"/>
                </a:cxn>
                <a:cxn ang="0">
                  <a:pos x="524" y="468"/>
                </a:cxn>
                <a:cxn ang="0">
                  <a:pos x="1124" y="652"/>
                </a:cxn>
                <a:cxn ang="0">
                  <a:pos x="1920" y="712"/>
                </a:cxn>
                <a:cxn ang="0">
                  <a:pos x="2432" y="600"/>
                </a:cxn>
                <a:cxn ang="0">
                  <a:pos x="2576" y="396"/>
                </a:cxn>
                <a:cxn ang="0">
                  <a:pos x="2376" y="516"/>
                </a:cxn>
                <a:cxn ang="0">
                  <a:pos x="1808" y="576"/>
                </a:cxn>
                <a:cxn ang="0">
                  <a:pos x="1196" y="504"/>
                </a:cxn>
                <a:cxn ang="0">
                  <a:pos x="776" y="372"/>
                </a:cxn>
                <a:cxn ang="0">
                  <a:pos x="392" y="188"/>
                </a:cxn>
                <a:cxn ang="0">
                  <a:pos x="48" y="0"/>
                </a:cxn>
              </a:cxnLst>
              <a:rect l="0" t="0" r="r" b="b"/>
              <a:pathLst>
                <a:path w="2585" h="721">
                  <a:moveTo>
                    <a:pt x="48" y="0"/>
                  </a:moveTo>
                  <a:lnTo>
                    <a:pt x="0" y="192"/>
                  </a:lnTo>
                  <a:cubicBezTo>
                    <a:pt x="79" y="270"/>
                    <a:pt x="337" y="391"/>
                    <a:pt x="524" y="468"/>
                  </a:cubicBezTo>
                  <a:cubicBezTo>
                    <a:pt x="711" y="545"/>
                    <a:pt x="891" y="611"/>
                    <a:pt x="1124" y="652"/>
                  </a:cubicBezTo>
                  <a:cubicBezTo>
                    <a:pt x="1357" y="693"/>
                    <a:pt x="1702" y="721"/>
                    <a:pt x="1920" y="712"/>
                  </a:cubicBezTo>
                  <a:cubicBezTo>
                    <a:pt x="2138" y="703"/>
                    <a:pt x="2323" y="653"/>
                    <a:pt x="2432" y="600"/>
                  </a:cubicBezTo>
                  <a:cubicBezTo>
                    <a:pt x="2541" y="547"/>
                    <a:pt x="2585" y="410"/>
                    <a:pt x="2576" y="396"/>
                  </a:cubicBezTo>
                  <a:cubicBezTo>
                    <a:pt x="2567" y="382"/>
                    <a:pt x="2504" y="486"/>
                    <a:pt x="2376" y="516"/>
                  </a:cubicBezTo>
                  <a:cubicBezTo>
                    <a:pt x="2248" y="546"/>
                    <a:pt x="2005" y="578"/>
                    <a:pt x="1808" y="576"/>
                  </a:cubicBezTo>
                  <a:cubicBezTo>
                    <a:pt x="1611" y="574"/>
                    <a:pt x="1368" y="538"/>
                    <a:pt x="1196" y="504"/>
                  </a:cubicBezTo>
                  <a:cubicBezTo>
                    <a:pt x="1024" y="470"/>
                    <a:pt x="910" y="425"/>
                    <a:pt x="776" y="372"/>
                  </a:cubicBezTo>
                  <a:cubicBezTo>
                    <a:pt x="642" y="319"/>
                    <a:pt x="513" y="250"/>
                    <a:pt x="392" y="188"/>
                  </a:cubicBezTo>
                  <a:cubicBezTo>
                    <a:pt x="271" y="126"/>
                    <a:pt x="120" y="39"/>
                    <a:pt x="48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1">
                    <a:gamma/>
                    <a:tint val="40000"/>
                    <a:invGamma/>
                  </a:schemeClr>
                </a:gs>
                <a:gs pos="100000">
                  <a:schemeClr val="accent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>
                <a:latin typeface="+mn-lt"/>
                <a:ea typeface="굴림" pitchFamily="50" charset="-127"/>
              </a:endParaRPr>
            </a:p>
          </p:txBody>
        </p:sp>
      </p:grpSp>
      <p:grpSp>
        <p:nvGrpSpPr>
          <p:cNvPr id="8" name="Group 11"/>
          <p:cNvGrpSpPr>
            <a:grpSpLocks/>
          </p:cNvGrpSpPr>
          <p:nvPr/>
        </p:nvGrpSpPr>
        <p:grpSpPr bwMode="auto">
          <a:xfrm>
            <a:off x="0" y="0"/>
            <a:ext cx="508000" cy="6858000"/>
            <a:chOff x="0" y="0"/>
            <a:chExt cx="240" cy="4320"/>
          </a:xfrm>
        </p:grpSpPr>
        <p:grpSp>
          <p:nvGrpSpPr>
            <p:cNvPr id="9" name="Group 12"/>
            <p:cNvGrpSpPr>
              <a:grpSpLocks/>
            </p:cNvGrpSpPr>
            <p:nvPr userDrawn="1"/>
          </p:nvGrpSpPr>
          <p:grpSpPr bwMode="auto">
            <a:xfrm>
              <a:off x="0" y="0"/>
              <a:ext cx="240" cy="768"/>
              <a:chOff x="0" y="0"/>
              <a:chExt cx="240" cy="768"/>
            </a:xfrm>
          </p:grpSpPr>
          <p:sp>
            <p:nvSpPr>
              <p:cNvPr id="200" name="Rectangle 13"/>
              <p:cNvSpPr>
                <a:spLocks noChangeArrowheads="1"/>
              </p:cNvSpPr>
              <p:nvPr userDrawn="1"/>
            </p:nvSpPr>
            <p:spPr bwMode="auto">
              <a:xfrm>
                <a:off x="0" y="48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201" name="Rectangle 14"/>
              <p:cNvSpPr>
                <a:spLocks noChangeArrowheads="1"/>
              </p:cNvSpPr>
              <p:nvPr userDrawn="1"/>
            </p:nvSpPr>
            <p:spPr bwMode="auto">
              <a:xfrm>
                <a:off x="48" y="0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202" name="Rectangle 15"/>
              <p:cNvSpPr>
                <a:spLocks noChangeArrowheads="1"/>
              </p:cNvSpPr>
              <p:nvPr userDrawn="1"/>
            </p:nvSpPr>
            <p:spPr bwMode="auto">
              <a:xfrm>
                <a:off x="96" y="48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203" name="Rectangle 16"/>
              <p:cNvSpPr>
                <a:spLocks noChangeArrowheads="1"/>
              </p:cNvSpPr>
              <p:nvPr userDrawn="1"/>
            </p:nvSpPr>
            <p:spPr bwMode="auto">
              <a:xfrm>
                <a:off x="144" y="0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204" name="Rectangle 17"/>
              <p:cNvSpPr>
                <a:spLocks noChangeArrowheads="1"/>
              </p:cNvSpPr>
              <p:nvPr userDrawn="1"/>
            </p:nvSpPr>
            <p:spPr bwMode="auto">
              <a:xfrm>
                <a:off x="192" y="48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205" name="Rectangle 18"/>
              <p:cNvSpPr>
                <a:spLocks noChangeArrowheads="1"/>
              </p:cNvSpPr>
              <p:nvPr userDrawn="1"/>
            </p:nvSpPr>
            <p:spPr bwMode="auto">
              <a:xfrm>
                <a:off x="0" y="144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206" name="Rectangle 19"/>
              <p:cNvSpPr>
                <a:spLocks noChangeArrowheads="1"/>
              </p:cNvSpPr>
              <p:nvPr userDrawn="1"/>
            </p:nvSpPr>
            <p:spPr bwMode="auto">
              <a:xfrm>
                <a:off x="48" y="96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207" name="Rectangle 20"/>
              <p:cNvSpPr>
                <a:spLocks noChangeArrowheads="1"/>
              </p:cNvSpPr>
              <p:nvPr userDrawn="1"/>
            </p:nvSpPr>
            <p:spPr bwMode="auto">
              <a:xfrm>
                <a:off x="96" y="144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208" name="Rectangle 21"/>
              <p:cNvSpPr>
                <a:spLocks noChangeArrowheads="1"/>
              </p:cNvSpPr>
              <p:nvPr userDrawn="1"/>
            </p:nvSpPr>
            <p:spPr bwMode="auto">
              <a:xfrm>
                <a:off x="144" y="96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209" name="Rectangle 22"/>
              <p:cNvSpPr>
                <a:spLocks noChangeArrowheads="1"/>
              </p:cNvSpPr>
              <p:nvPr userDrawn="1"/>
            </p:nvSpPr>
            <p:spPr bwMode="auto">
              <a:xfrm>
                <a:off x="192" y="144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210" name="Rectangle 23"/>
              <p:cNvSpPr>
                <a:spLocks noChangeArrowheads="1"/>
              </p:cNvSpPr>
              <p:nvPr userDrawn="1"/>
            </p:nvSpPr>
            <p:spPr bwMode="auto">
              <a:xfrm>
                <a:off x="0" y="240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211" name="Rectangle 24"/>
              <p:cNvSpPr>
                <a:spLocks noChangeArrowheads="1"/>
              </p:cNvSpPr>
              <p:nvPr userDrawn="1"/>
            </p:nvSpPr>
            <p:spPr bwMode="auto">
              <a:xfrm>
                <a:off x="48" y="192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212" name="Rectangle 25"/>
              <p:cNvSpPr>
                <a:spLocks noChangeArrowheads="1"/>
              </p:cNvSpPr>
              <p:nvPr userDrawn="1"/>
            </p:nvSpPr>
            <p:spPr bwMode="auto">
              <a:xfrm>
                <a:off x="96" y="240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213" name="Rectangle 26"/>
              <p:cNvSpPr>
                <a:spLocks noChangeArrowheads="1"/>
              </p:cNvSpPr>
              <p:nvPr userDrawn="1"/>
            </p:nvSpPr>
            <p:spPr bwMode="auto">
              <a:xfrm>
                <a:off x="144" y="192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214" name="Rectangle 27"/>
              <p:cNvSpPr>
                <a:spLocks noChangeArrowheads="1"/>
              </p:cNvSpPr>
              <p:nvPr userDrawn="1"/>
            </p:nvSpPr>
            <p:spPr bwMode="auto">
              <a:xfrm>
                <a:off x="192" y="240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215" name="Rectangle 28"/>
              <p:cNvSpPr>
                <a:spLocks noChangeArrowheads="1"/>
              </p:cNvSpPr>
              <p:nvPr userDrawn="1"/>
            </p:nvSpPr>
            <p:spPr bwMode="auto">
              <a:xfrm>
                <a:off x="0" y="336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216" name="Rectangle 29"/>
              <p:cNvSpPr>
                <a:spLocks noChangeArrowheads="1"/>
              </p:cNvSpPr>
              <p:nvPr userDrawn="1"/>
            </p:nvSpPr>
            <p:spPr bwMode="auto">
              <a:xfrm>
                <a:off x="48" y="288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217" name="Rectangle 30"/>
              <p:cNvSpPr>
                <a:spLocks noChangeArrowheads="1"/>
              </p:cNvSpPr>
              <p:nvPr userDrawn="1"/>
            </p:nvSpPr>
            <p:spPr bwMode="auto">
              <a:xfrm>
                <a:off x="96" y="336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218" name="Rectangle 31"/>
              <p:cNvSpPr>
                <a:spLocks noChangeArrowheads="1"/>
              </p:cNvSpPr>
              <p:nvPr userDrawn="1"/>
            </p:nvSpPr>
            <p:spPr bwMode="auto">
              <a:xfrm>
                <a:off x="144" y="288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219" name="Rectangle 32"/>
              <p:cNvSpPr>
                <a:spLocks noChangeArrowheads="1"/>
              </p:cNvSpPr>
              <p:nvPr userDrawn="1"/>
            </p:nvSpPr>
            <p:spPr bwMode="auto">
              <a:xfrm>
                <a:off x="192" y="336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220" name="Rectangle 33"/>
              <p:cNvSpPr>
                <a:spLocks noChangeArrowheads="1"/>
              </p:cNvSpPr>
              <p:nvPr userDrawn="1"/>
            </p:nvSpPr>
            <p:spPr bwMode="auto">
              <a:xfrm>
                <a:off x="0" y="432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221" name="Rectangle 34"/>
              <p:cNvSpPr>
                <a:spLocks noChangeArrowheads="1"/>
              </p:cNvSpPr>
              <p:nvPr userDrawn="1"/>
            </p:nvSpPr>
            <p:spPr bwMode="auto">
              <a:xfrm>
                <a:off x="48" y="384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222" name="Rectangle 35"/>
              <p:cNvSpPr>
                <a:spLocks noChangeArrowheads="1"/>
              </p:cNvSpPr>
              <p:nvPr userDrawn="1"/>
            </p:nvSpPr>
            <p:spPr bwMode="auto">
              <a:xfrm>
                <a:off x="96" y="432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223" name="Rectangle 36"/>
              <p:cNvSpPr>
                <a:spLocks noChangeArrowheads="1"/>
              </p:cNvSpPr>
              <p:nvPr userDrawn="1"/>
            </p:nvSpPr>
            <p:spPr bwMode="auto">
              <a:xfrm>
                <a:off x="144" y="384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224" name="Rectangle 37"/>
              <p:cNvSpPr>
                <a:spLocks noChangeArrowheads="1"/>
              </p:cNvSpPr>
              <p:nvPr userDrawn="1"/>
            </p:nvSpPr>
            <p:spPr bwMode="auto">
              <a:xfrm>
                <a:off x="192" y="432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225" name="Rectangle 38"/>
              <p:cNvSpPr>
                <a:spLocks noChangeArrowheads="1"/>
              </p:cNvSpPr>
              <p:nvPr userDrawn="1"/>
            </p:nvSpPr>
            <p:spPr bwMode="auto">
              <a:xfrm>
                <a:off x="0" y="528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226" name="Rectangle 39"/>
              <p:cNvSpPr>
                <a:spLocks noChangeArrowheads="1"/>
              </p:cNvSpPr>
              <p:nvPr userDrawn="1"/>
            </p:nvSpPr>
            <p:spPr bwMode="auto">
              <a:xfrm>
                <a:off x="48" y="480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227" name="Rectangle 40"/>
              <p:cNvSpPr>
                <a:spLocks noChangeArrowheads="1"/>
              </p:cNvSpPr>
              <p:nvPr userDrawn="1"/>
            </p:nvSpPr>
            <p:spPr bwMode="auto">
              <a:xfrm>
                <a:off x="96" y="528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228" name="Rectangle 41"/>
              <p:cNvSpPr>
                <a:spLocks noChangeArrowheads="1"/>
              </p:cNvSpPr>
              <p:nvPr userDrawn="1"/>
            </p:nvSpPr>
            <p:spPr bwMode="auto">
              <a:xfrm>
                <a:off x="144" y="480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229" name="Rectangle 42"/>
              <p:cNvSpPr>
                <a:spLocks noChangeArrowheads="1"/>
              </p:cNvSpPr>
              <p:nvPr userDrawn="1"/>
            </p:nvSpPr>
            <p:spPr bwMode="auto">
              <a:xfrm>
                <a:off x="192" y="528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230" name="Rectangle 43"/>
              <p:cNvSpPr>
                <a:spLocks noChangeArrowheads="1"/>
              </p:cNvSpPr>
              <p:nvPr userDrawn="1"/>
            </p:nvSpPr>
            <p:spPr bwMode="auto">
              <a:xfrm>
                <a:off x="0" y="624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231" name="Rectangle 44"/>
              <p:cNvSpPr>
                <a:spLocks noChangeArrowheads="1"/>
              </p:cNvSpPr>
              <p:nvPr userDrawn="1"/>
            </p:nvSpPr>
            <p:spPr bwMode="auto">
              <a:xfrm>
                <a:off x="48" y="576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232" name="Rectangle 45"/>
              <p:cNvSpPr>
                <a:spLocks noChangeArrowheads="1"/>
              </p:cNvSpPr>
              <p:nvPr userDrawn="1"/>
            </p:nvSpPr>
            <p:spPr bwMode="auto">
              <a:xfrm>
                <a:off x="96" y="624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233" name="Rectangle 46"/>
              <p:cNvSpPr>
                <a:spLocks noChangeArrowheads="1"/>
              </p:cNvSpPr>
              <p:nvPr userDrawn="1"/>
            </p:nvSpPr>
            <p:spPr bwMode="auto">
              <a:xfrm>
                <a:off x="144" y="576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234" name="Rectangle 47"/>
              <p:cNvSpPr>
                <a:spLocks noChangeArrowheads="1"/>
              </p:cNvSpPr>
              <p:nvPr userDrawn="1"/>
            </p:nvSpPr>
            <p:spPr bwMode="auto">
              <a:xfrm>
                <a:off x="192" y="624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235" name="Rectangle 48"/>
              <p:cNvSpPr>
                <a:spLocks noChangeArrowheads="1"/>
              </p:cNvSpPr>
              <p:nvPr userDrawn="1"/>
            </p:nvSpPr>
            <p:spPr bwMode="auto">
              <a:xfrm>
                <a:off x="0" y="720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236" name="Rectangle 49"/>
              <p:cNvSpPr>
                <a:spLocks noChangeArrowheads="1"/>
              </p:cNvSpPr>
              <p:nvPr userDrawn="1"/>
            </p:nvSpPr>
            <p:spPr bwMode="auto">
              <a:xfrm>
                <a:off x="48" y="672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237" name="Rectangle 50"/>
              <p:cNvSpPr>
                <a:spLocks noChangeArrowheads="1"/>
              </p:cNvSpPr>
              <p:nvPr userDrawn="1"/>
            </p:nvSpPr>
            <p:spPr bwMode="auto">
              <a:xfrm>
                <a:off x="96" y="720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238" name="Rectangle 51"/>
              <p:cNvSpPr>
                <a:spLocks noChangeArrowheads="1"/>
              </p:cNvSpPr>
              <p:nvPr userDrawn="1"/>
            </p:nvSpPr>
            <p:spPr bwMode="auto">
              <a:xfrm>
                <a:off x="144" y="672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239" name="Rectangle 52"/>
              <p:cNvSpPr>
                <a:spLocks noChangeArrowheads="1"/>
              </p:cNvSpPr>
              <p:nvPr userDrawn="1"/>
            </p:nvSpPr>
            <p:spPr bwMode="auto">
              <a:xfrm>
                <a:off x="192" y="720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</p:grpSp>
        <p:grpSp>
          <p:nvGrpSpPr>
            <p:cNvPr id="10" name="Group 53"/>
            <p:cNvGrpSpPr>
              <a:grpSpLocks/>
            </p:cNvGrpSpPr>
            <p:nvPr userDrawn="1"/>
          </p:nvGrpSpPr>
          <p:grpSpPr bwMode="auto">
            <a:xfrm>
              <a:off x="0" y="768"/>
              <a:ext cx="240" cy="768"/>
              <a:chOff x="0" y="0"/>
              <a:chExt cx="240" cy="768"/>
            </a:xfrm>
          </p:grpSpPr>
          <p:sp>
            <p:nvSpPr>
              <p:cNvPr id="160" name="Rectangle 54"/>
              <p:cNvSpPr>
                <a:spLocks noChangeArrowheads="1"/>
              </p:cNvSpPr>
              <p:nvPr userDrawn="1"/>
            </p:nvSpPr>
            <p:spPr bwMode="auto">
              <a:xfrm>
                <a:off x="0" y="48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61" name="Rectangle 55"/>
              <p:cNvSpPr>
                <a:spLocks noChangeArrowheads="1"/>
              </p:cNvSpPr>
              <p:nvPr userDrawn="1"/>
            </p:nvSpPr>
            <p:spPr bwMode="auto">
              <a:xfrm>
                <a:off x="48" y="0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62" name="Rectangle 56"/>
              <p:cNvSpPr>
                <a:spLocks noChangeArrowheads="1"/>
              </p:cNvSpPr>
              <p:nvPr userDrawn="1"/>
            </p:nvSpPr>
            <p:spPr bwMode="auto">
              <a:xfrm>
                <a:off x="96" y="48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63" name="Rectangle 57"/>
              <p:cNvSpPr>
                <a:spLocks noChangeArrowheads="1"/>
              </p:cNvSpPr>
              <p:nvPr userDrawn="1"/>
            </p:nvSpPr>
            <p:spPr bwMode="auto">
              <a:xfrm>
                <a:off x="144" y="0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64" name="Rectangle 58"/>
              <p:cNvSpPr>
                <a:spLocks noChangeArrowheads="1"/>
              </p:cNvSpPr>
              <p:nvPr userDrawn="1"/>
            </p:nvSpPr>
            <p:spPr bwMode="auto">
              <a:xfrm>
                <a:off x="192" y="48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65" name="Rectangle 59"/>
              <p:cNvSpPr>
                <a:spLocks noChangeArrowheads="1"/>
              </p:cNvSpPr>
              <p:nvPr userDrawn="1"/>
            </p:nvSpPr>
            <p:spPr bwMode="auto">
              <a:xfrm>
                <a:off x="0" y="144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66" name="Rectangle 60"/>
              <p:cNvSpPr>
                <a:spLocks noChangeArrowheads="1"/>
              </p:cNvSpPr>
              <p:nvPr userDrawn="1"/>
            </p:nvSpPr>
            <p:spPr bwMode="auto">
              <a:xfrm>
                <a:off x="48" y="96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67" name="Rectangle 61"/>
              <p:cNvSpPr>
                <a:spLocks noChangeArrowheads="1"/>
              </p:cNvSpPr>
              <p:nvPr userDrawn="1"/>
            </p:nvSpPr>
            <p:spPr bwMode="auto">
              <a:xfrm>
                <a:off x="96" y="144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68" name="Rectangle 62"/>
              <p:cNvSpPr>
                <a:spLocks noChangeArrowheads="1"/>
              </p:cNvSpPr>
              <p:nvPr userDrawn="1"/>
            </p:nvSpPr>
            <p:spPr bwMode="auto">
              <a:xfrm>
                <a:off x="144" y="96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69" name="Rectangle 63"/>
              <p:cNvSpPr>
                <a:spLocks noChangeArrowheads="1"/>
              </p:cNvSpPr>
              <p:nvPr userDrawn="1"/>
            </p:nvSpPr>
            <p:spPr bwMode="auto">
              <a:xfrm>
                <a:off x="192" y="144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70" name="Rectangle 64"/>
              <p:cNvSpPr>
                <a:spLocks noChangeArrowheads="1"/>
              </p:cNvSpPr>
              <p:nvPr userDrawn="1"/>
            </p:nvSpPr>
            <p:spPr bwMode="auto">
              <a:xfrm>
                <a:off x="0" y="240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71" name="Rectangle 65"/>
              <p:cNvSpPr>
                <a:spLocks noChangeArrowheads="1"/>
              </p:cNvSpPr>
              <p:nvPr userDrawn="1"/>
            </p:nvSpPr>
            <p:spPr bwMode="auto">
              <a:xfrm>
                <a:off x="48" y="192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72" name="Rectangle 66"/>
              <p:cNvSpPr>
                <a:spLocks noChangeArrowheads="1"/>
              </p:cNvSpPr>
              <p:nvPr userDrawn="1"/>
            </p:nvSpPr>
            <p:spPr bwMode="auto">
              <a:xfrm>
                <a:off x="96" y="240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73" name="Rectangle 67"/>
              <p:cNvSpPr>
                <a:spLocks noChangeArrowheads="1"/>
              </p:cNvSpPr>
              <p:nvPr userDrawn="1"/>
            </p:nvSpPr>
            <p:spPr bwMode="auto">
              <a:xfrm>
                <a:off x="144" y="192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74" name="Rectangle 68"/>
              <p:cNvSpPr>
                <a:spLocks noChangeArrowheads="1"/>
              </p:cNvSpPr>
              <p:nvPr userDrawn="1"/>
            </p:nvSpPr>
            <p:spPr bwMode="auto">
              <a:xfrm>
                <a:off x="192" y="240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75" name="Rectangle 69"/>
              <p:cNvSpPr>
                <a:spLocks noChangeArrowheads="1"/>
              </p:cNvSpPr>
              <p:nvPr userDrawn="1"/>
            </p:nvSpPr>
            <p:spPr bwMode="auto">
              <a:xfrm>
                <a:off x="0" y="336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76" name="Rectangle 70"/>
              <p:cNvSpPr>
                <a:spLocks noChangeArrowheads="1"/>
              </p:cNvSpPr>
              <p:nvPr userDrawn="1"/>
            </p:nvSpPr>
            <p:spPr bwMode="auto">
              <a:xfrm>
                <a:off x="48" y="288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77" name="Rectangle 71"/>
              <p:cNvSpPr>
                <a:spLocks noChangeArrowheads="1"/>
              </p:cNvSpPr>
              <p:nvPr userDrawn="1"/>
            </p:nvSpPr>
            <p:spPr bwMode="auto">
              <a:xfrm>
                <a:off x="96" y="336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78" name="Rectangle 72"/>
              <p:cNvSpPr>
                <a:spLocks noChangeArrowheads="1"/>
              </p:cNvSpPr>
              <p:nvPr userDrawn="1"/>
            </p:nvSpPr>
            <p:spPr bwMode="auto">
              <a:xfrm>
                <a:off x="144" y="288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79" name="Rectangle 73"/>
              <p:cNvSpPr>
                <a:spLocks noChangeArrowheads="1"/>
              </p:cNvSpPr>
              <p:nvPr userDrawn="1"/>
            </p:nvSpPr>
            <p:spPr bwMode="auto">
              <a:xfrm>
                <a:off x="192" y="336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80" name="Rectangle 74"/>
              <p:cNvSpPr>
                <a:spLocks noChangeArrowheads="1"/>
              </p:cNvSpPr>
              <p:nvPr userDrawn="1"/>
            </p:nvSpPr>
            <p:spPr bwMode="auto">
              <a:xfrm>
                <a:off x="0" y="432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81" name="Rectangle 75"/>
              <p:cNvSpPr>
                <a:spLocks noChangeArrowheads="1"/>
              </p:cNvSpPr>
              <p:nvPr userDrawn="1"/>
            </p:nvSpPr>
            <p:spPr bwMode="auto">
              <a:xfrm>
                <a:off x="48" y="384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82" name="Rectangle 76"/>
              <p:cNvSpPr>
                <a:spLocks noChangeArrowheads="1"/>
              </p:cNvSpPr>
              <p:nvPr userDrawn="1"/>
            </p:nvSpPr>
            <p:spPr bwMode="auto">
              <a:xfrm>
                <a:off x="96" y="432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83" name="Rectangle 77"/>
              <p:cNvSpPr>
                <a:spLocks noChangeArrowheads="1"/>
              </p:cNvSpPr>
              <p:nvPr userDrawn="1"/>
            </p:nvSpPr>
            <p:spPr bwMode="auto">
              <a:xfrm>
                <a:off x="144" y="384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84" name="Rectangle 78"/>
              <p:cNvSpPr>
                <a:spLocks noChangeArrowheads="1"/>
              </p:cNvSpPr>
              <p:nvPr userDrawn="1"/>
            </p:nvSpPr>
            <p:spPr bwMode="auto">
              <a:xfrm>
                <a:off x="192" y="432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85" name="Rectangle 79"/>
              <p:cNvSpPr>
                <a:spLocks noChangeArrowheads="1"/>
              </p:cNvSpPr>
              <p:nvPr userDrawn="1"/>
            </p:nvSpPr>
            <p:spPr bwMode="auto">
              <a:xfrm>
                <a:off x="0" y="528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86" name="Rectangle 80"/>
              <p:cNvSpPr>
                <a:spLocks noChangeArrowheads="1"/>
              </p:cNvSpPr>
              <p:nvPr userDrawn="1"/>
            </p:nvSpPr>
            <p:spPr bwMode="auto">
              <a:xfrm>
                <a:off x="48" y="480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87" name="Rectangle 81"/>
              <p:cNvSpPr>
                <a:spLocks noChangeArrowheads="1"/>
              </p:cNvSpPr>
              <p:nvPr userDrawn="1"/>
            </p:nvSpPr>
            <p:spPr bwMode="auto">
              <a:xfrm>
                <a:off x="96" y="528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88" name="Rectangle 82"/>
              <p:cNvSpPr>
                <a:spLocks noChangeArrowheads="1"/>
              </p:cNvSpPr>
              <p:nvPr userDrawn="1"/>
            </p:nvSpPr>
            <p:spPr bwMode="auto">
              <a:xfrm>
                <a:off x="144" y="480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89" name="Rectangle 83"/>
              <p:cNvSpPr>
                <a:spLocks noChangeArrowheads="1"/>
              </p:cNvSpPr>
              <p:nvPr userDrawn="1"/>
            </p:nvSpPr>
            <p:spPr bwMode="auto">
              <a:xfrm>
                <a:off x="192" y="528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90" name="Rectangle 84"/>
              <p:cNvSpPr>
                <a:spLocks noChangeArrowheads="1"/>
              </p:cNvSpPr>
              <p:nvPr userDrawn="1"/>
            </p:nvSpPr>
            <p:spPr bwMode="auto">
              <a:xfrm>
                <a:off x="0" y="624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91" name="Rectangle 85"/>
              <p:cNvSpPr>
                <a:spLocks noChangeArrowheads="1"/>
              </p:cNvSpPr>
              <p:nvPr userDrawn="1"/>
            </p:nvSpPr>
            <p:spPr bwMode="auto">
              <a:xfrm>
                <a:off x="48" y="576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92" name="Rectangle 86"/>
              <p:cNvSpPr>
                <a:spLocks noChangeArrowheads="1"/>
              </p:cNvSpPr>
              <p:nvPr userDrawn="1"/>
            </p:nvSpPr>
            <p:spPr bwMode="auto">
              <a:xfrm>
                <a:off x="96" y="624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93" name="Rectangle 87"/>
              <p:cNvSpPr>
                <a:spLocks noChangeArrowheads="1"/>
              </p:cNvSpPr>
              <p:nvPr userDrawn="1"/>
            </p:nvSpPr>
            <p:spPr bwMode="auto">
              <a:xfrm>
                <a:off x="144" y="576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94" name="Rectangle 88"/>
              <p:cNvSpPr>
                <a:spLocks noChangeArrowheads="1"/>
              </p:cNvSpPr>
              <p:nvPr userDrawn="1"/>
            </p:nvSpPr>
            <p:spPr bwMode="auto">
              <a:xfrm>
                <a:off x="192" y="624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95" name="Rectangle 89"/>
              <p:cNvSpPr>
                <a:spLocks noChangeArrowheads="1"/>
              </p:cNvSpPr>
              <p:nvPr userDrawn="1"/>
            </p:nvSpPr>
            <p:spPr bwMode="auto">
              <a:xfrm>
                <a:off x="0" y="720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96" name="Rectangle 90"/>
              <p:cNvSpPr>
                <a:spLocks noChangeArrowheads="1"/>
              </p:cNvSpPr>
              <p:nvPr userDrawn="1"/>
            </p:nvSpPr>
            <p:spPr bwMode="auto">
              <a:xfrm>
                <a:off x="48" y="672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97" name="Rectangle 91"/>
              <p:cNvSpPr>
                <a:spLocks noChangeArrowheads="1"/>
              </p:cNvSpPr>
              <p:nvPr userDrawn="1"/>
            </p:nvSpPr>
            <p:spPr bwMode="auto">
              <a:xfrm>
                <a:off x="96" y="720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98" name="Rectangle 92"/>
              <p:cNvSpPr>
                <a:spLocks noChangeArrowheads="1"/>
              </p:cNvSpPr>
              <p:nvPr userDrawn="1"/>
            </p:nvSpPr>
            <p:spPr bwMode="auto">
              <a:xfrm>
                <a:off x="144" y="672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99" name="Rectangle 93"/>
              <p:cNvSpPr>
                <a:spLocks noChangeArrowheads="1"/>
              </p:cNvSpPr>
              <p:nvPr userDrawn="1"/>
            </p:nvSpPr>
            <p:spPr bwMode="auto">
              <a:xfrm>
                <a:off x="192" y="720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</p:grpSp>
        <p:grpSp>
          <p:nvGrpSpPr>
            <p:cNvPr id="11" name="Group 94"/>
            <p:cNvGrpSpPr>
              <a:grpSpLocks/>
            </p:cNvGrpSpPr>
            <p:nvPr userDrawn="1"/>
          </p:nvGrpSpPr>
          <p:grpSpPr bwMode="auto">
            <a:xfrm>
              <a:off x="0" y="1536"/>
              <a:ext cx="240" cy="768"/>
              <a:chOff x="0" y="0"/>
              <a:chExt cx="240" cy="768"/>
            </a:xfrm>
          </p:grpSpPr>
          <p:sp>
            <p:nvSpPr>
              <p:cNvPr id="120" name="Rectangle 95"/>
              <p:cNvSpPr>
                <a:spLocks noChangeArrowheads="1"/>
              </p:cNvSpPr>
              <p:nvPr userDrawn="1"/>
            </p:nvSpPr>
            <p:spPr bwMode="auto">
              <a:xfrm>
                <a:off x="0" y="48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21" name="Rectangle 96"/>
              <p:cNvSpPr>
                <a:spLocks noChangeArrowheads="1"/>
              </p:cNvSpPr>
              <p:nvPr userDrawn="1"/>
            </p:nvSpPr>
            <p:spPr bwMode="auto">
              <a:xfrm>
                <a:off x="48" y="0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22" name="Rectangle 97"/>
              <p:cNvSpPr>
                <a:spLocks noChangeArrowheads="1"/>
              </p:cNvSpPr>
              <p:nvPr userDrawn="1"/>
            </p:nvSpPr>
            <p:spPr bwMode="auto">
              <a:xfrm>
                <a:off x="96" y="48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23" name="Rectangle 98"/>
              <p:cNvSpPr>
                <a:spLocks noChangeArrowheads="1"/>
              </p:cNvSpPr>
              <p:nvPr userDrawn="1"/>
            </p:nvSpPr>
            <p:spPr bwMode="auto">
              <a:xfrm>
                <a:off x="144" y="0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24" name="Rectangle 99"/>
              <p:cNvSpPr>
                <a:spLocks noChangeArrowheads="1"/>
              </p:cNvSpPr>
              <p:nvPr userDrawn="1"/>
            </p:nvSpPr>
            <p:spPr bwMode="auto">
              <a:xfrm>
                <a:off x="192" y="48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25" name="Rectangle 100"/>
              <p:cNvSpPr>
                <a:spLocks noChangeArrowheads="1"/>
              </p:cNvSpPr>
              <p:nvPr userDrawn="1"/>
            </p:nvSpPr>
            <p:spPr bwMode="auto">
              <a:xfrm>
                <a:off x="0" y="144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26" name="Rectangle 101"/>
              <p:cNvSpPr>
                <a:spLocks noChangeArrowheads="1"/>
              </p:cNvSpPr>
              <p:nvPr userDrawn="1"/>
            </p:nvSpPr>
            <p:spPr bwMode="auto">
              <a:xfrm>
                <a:off x="48" y="96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27" name="Rectangle 102"/>
              <p:cNvSpPr>
                <a:spLocks noChangeArrowheads="1"/>
              </p:cNvSpPr>
              <p:nvPr userDrawn="1"/>
            </p:nvSpPr>
            <p:spPr bwMode="auto">
              <a:xfrm>
                <a:off x="96" y="144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28" name="Rectangle 103"/>
              <p:cNvSpPr>
                <a:spLocks noChangeArrowheads="1"/>
              </p:cNvSpPr>
              <p:nvPr userDrawn="1"/>
            </p:nvSpPr>
            <p:spPr bwMode="auto">
              <a:xfrm>
                <a:off x="144" y="96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29" name="Rectangle 104"/>
              <p:cNvSpPr>
                <a:spLocks noChangeArrowheads="1"/>
              </p:cNvSpPr>
              <p:nvPr userDrawn="1"/>
            </p:nvSpPr>
            <p:spPr bwMode="auto">
              <a:xfrm>
                <a:off x="192" y="144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30" name="Rectangle 105"/>
              <p:cNvSpPr>
                <a:spLocks noChangeArrowheads="1"/>
              </p:cNvSpPr>
              <p:nvPr userDrawn="1"/>
            </p:nvSpPr>
            <p:spPr bwMode="auto">
              <a:xfrm>
                <a:off x="0" y="240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31" name="Rectangle 106"/>
              <p:cNvSpPr>
                <a:spLocks noChangeArrowheads="1"/>
              </p:cNvSpPr>
              <p:nvPr userDrawn="1"/>
            </p:nvSpPr>
            <p:spPr bwMode="auto">
              <a:xfrm>
                <a:off x="48" y="192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32" name="Rectangle 107"/>
              <p:cNvSpPr>
                <a:spLocks noChangeArrowheads="1"/>
              </p:cNvSpPr>
              <p:nvPr userDrawn="1"/>
            </p:nvSpPr>
            <p:spPr bwMode="auto">
              <a:xfrm>
                <a:off x="96" y="240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33" name="Rectangle 108"/>
              <p:cNvSpPr>
                <a:spLocks noChangeArrowheads="1"/>
              </p:cNvSpPr>
              <p:nvPr userDrawn="1"/>
            </p:nvSpPr>
            <p:spPr bwMode="auto">
              <a:xfrm>
                <a:off x="144" y="192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34" name="Rectangle 109"/>
              <p:cNvSpPr>
                <a:spLocks noChangeArrowheads="1"/>
              </p:cNvSpPr>
              <p:nvPr userDrawn="1"/>
            </p:nvSpPr>
            <p:spPr bwMode="auto">
              <a:xfrm>
                <a:off x="192" y="240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35" name="Rectangle 110"/>
              <p:cNvSpPr>
                <a:spLocks noChangeArrowheads="1"/>
              </p:cNvSpPr>
              <p:nvPr userDrawn="1"/>
            </p:nvSpPr>
            <p:spPr bwMode="auto">
              <a:xfrm>
                <a:off x="0" y="336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36" name="Rectangle 111"/>
              <p:cNvSpPr>
                <a:spLocks noChangeArrowheads="1"/>
              </p:cNvSpPr>
              <p:nvPr userDrawn="1"/>
            </p:nvSpPr>
            <p:spPr bwMode="auto">
              <a:xfrm>
                <a:off x="48" y="288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37" name="Rectangle 112"/>
              <p:cNvSpPr>
                <a:spLocks noChangeArrowheads="1"/>
              </p:cNvSpPr>
              <p:nvPr userDrawn="1"/>
            </p:nvSpPr>
            <p:spPr bwMode="auto">
              <a:xfrm>
                <a:off x="96" y="336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38" name="Rectangle 113"/>
              <p:cNvSpPr>
                <a:spLocks noChangeArrowheads="1"/>
              </p:cNvSpPr>
              <p:nvPr userDrawn="1"/>
            </p:nvSpPr>
            <p:spPr bwMode="auto">
              <a:xfrm>
                <a:off x="144" y="288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39" name="Rectangle 114"/>
              <p:cNvSpPr>
                <a:spLocks noChangeArrowheads="1"/>
              </p:cNvSpPr>
              <p:nvPr userDrawn="1"/>
            </p:nvSpPr>
            <p:spPr bwMode="auto">
              <a:xfrm>
                <a:off x="192" y="336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40" name="Rectangle 115"/>
              <p:cNvSpPr>
                <a:spLocks noChangeArrowheads="1"/>
              </p:cNvSpPr>
              <p:nvPr userDrawn="1"/>
            </p:nvSpPr>
            <p:spPr bwMode="auto">
              <a:xfrm>
                <a:off x="0" y="432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41" name="Rectangle 116"/>
              <p:cNvSpPr>
                <a:spLocks noChangeArrowheads="1"/>
              </p:cNvSpPr>
              <p:nvPr userDrawn="1"/>
            </p:nvSpPr>
            <p:spPr bwMode="auto">
              <a:xfrm>
                <a:off x="48" y="384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42" name="Rectangle 117"/>
              <p:cNvSpPr>
                <a:spLocks noChangeArrowheads="1"/>
              </p:cNvSpPr>
              <p:nvPr userDrawn="1"/>
            </p:nvSpPr>
            <p:spPr bwMode="auto">
              <a:xfrm>
                <a:off x="96" y="432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43" name="Rectangle 118"/>
              <p:cNvSpPr>
                <a:spLocks noChangeArrowheads="1"/>
              </p:cNvSpPr>
              <p:nvPr userDrawn="1"/>
            </p:nvSpPr>
            <p:spPr bwMode="auto">
              <a:xfrm>
                <a:off x="144" y="384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44" name="Rectangle 119"/>
              <p:cNvSpPr>
                <a:spLocks noChangeArrowheads="1"/>
              </p:cNvSpPr>
              <p:nvPr userDrawn="1"/>
            </p:nvSpPr>
            <p:spPr bwMode="auto">
              <a:xfrm>
                <a:off x="192" y="432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45" name="Rectangle 120"/>
              <p:cNvSpPr>
                <a:spLocks noChangeArrowheads="1"/>
              </p:cNvSpPr>
              <p:nvPr userDrawn="1"/>
            </p:nvSpPr>
            <p:spPr bwMode="auto">
              <a:xfrm>
                <a:off x="0" y="528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46" name="Rectangle 121"/>
              <p:cNvSpPr>
                <a:spLocks noChangeArrowheads="1"/>
              </p:cNvSpPr>
              <p:nvPr userDrawn="1"/>
            </p:nvSpPr>
            <p:spPr bwMode="auto">
              <a:xfrm>
                <a:off x="48" y="480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47" name="Rectangle 122"/>
              <p:cNvSpPr>
                <a:spLocks noChangeArrowheads="1"/>
              </p:cNvSpPr>
              <p:nvPr userDrawn="1"/>
            </p:nvSpPr>
            <p:spPr bwMode="auto">
              <a:xfrm>
                <a:off x="96" y="528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48" name="Rectangle 123"/>
              <p:cNvSpPr>
                <a:spLocks noChangeArrowheads="1"/>
              </p:cNvSpPr>
              <p:nvPr userDrawn="1"/>
            </p:nvSpPr>
            <p:spPr bwMode="auto">
              <a:xfrm>
                <a:off x="144" y="480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49" name="Rectangle 124"/>
              <p:cNvSpPr>
                <a:spLocks noChangeArrowheads="1"/>
              </p:cNvSpPr>
              <p:nvPr userDrawn="1"/>
            </p:nvSpPr>
            <p:spPr bwMode="auto">
              <a:xfrm>
                <a:off x="192" y="528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50" name="Rectangle 125"/>
              <p:cNvSpPr>
                <a:spLocks noChangeArrowheads="1"/>
              </p:cNvSpPr>
              <p:nvPr userDrawn="1"/>
            </p:nvSpPr>
            <p:spPr bwMode="auto">
              <a:xfrm>
                <a:off x="0" y="624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51" name="Rectangle 126"/>
              <p:cNvSpPr>
                <a:spLocks noChangeArrowheads="1"/>
              </p:cNvSpPr>
              <p:nvPr userDrawn="1"/>
            </p:nvSpPr>
            <p:spPr bwMode="auto">
              <a:xfrm>
                <a:off x="48" y="576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52" name="Rectangle 127"/>
              <p:cNvSpPr>
                <a:spLocks noChangeArrowheads="1"/>
              </p:cNvSpPr>
              <p:nvPr userDrawn="1"/>
            </p:nvSpPr>
            <p:spPr bwMode="auto">
              <a:xfrm>
                <a:off x="96" y="624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53" name="Rectangle 128"/>
              <p:cNvSpPr>
                <a:spLocks noChangeArrowheads="1"/>
              </p:cNvSpPr>
              <p:nvPr userDrawn="1"/>
            </p:nvSpPr>
            <p:spPr bwMode="auto">
              <a:xfrm>
                <a:off x="144" y="576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54" name="Rectangle 129"/>
              <p:cNvSpPr>
                <a:spLocks noChangeArrowheads="1"/>
              </p:cNvSpPr>
              <p:nvPr userDrawn="1"/>
            </p:nvSpPr>
            <p:spPr bwMode="auto">
              <a:xfrm>
                <a:off x="192" y="624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55" name="Rectangle 130"/>
              <p:cNvSpPr>
                <a:spLocks noChangeArrowheads="1"/>
              </p:cNvSpPr>
              <p:nvPr userDrawn="1"/>
            </p:nvSpPr>
            <p:spPr bwMode="auto">
              <a:xfrm>
                <a:off x="0" y="720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56" name="Rectangle 131"/>
              <p:cNvSpPr>
                <a:spLocks noChangeArrowheads="1"/>
              </p:cNvSpPr>
              <p:nvPr userDrawn="1"/>
            </p:nvSpPr>
            <p:spPr bwMode="auto">
              <a:xfrm>
                <a:off x="48" y="672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57" name="Rectangle 132"/>
              <p:cNvSpPr>
                <a:spLocks noChangeArrowheads="1"/>
              </p:cNvSpPr>
              <p:nvPr userDrawn="1"/>
            </p:nvSpPr>
            <p:spPr bwMode="auto">
              <a:xfrm>
                <a:off x="96" y="720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58" name="Rectangle 133"/>
              <p:cNvSpPr>
                <a:spLocks noChangeArrowheads="1"/>
              </p:cNvSpPr>
              <p:nvPr userDrawn="1"/>
            </p:nvSpPr>
            <p:spPr bwMode="auto">
              <a:xfrm>
                <a:off x="144" y="672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59" name="Rectangle 134"/>
              <p:cNvSpPr>
                <a:spLocks noChangeArrowheads="1"/>
              </p:cNvSpPr>
              <p:nvPr userDrawn="1"/>
            </p:nvSpPr>
            <p:spPr bwMode="auto">
              <a:xfrm>
                <a:off x="192" y="720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</p:grpSp>
        <p:grpSp>
          <p:nvGrpSpPr>
            <p:cNvPr id="12" name="Group 135"/>
            <p:cNvGrpSpPr>
              <a:grpSpLocks/>
            </p:cNvGrpSpPr>
            <p:nvPr userDrawn="1"/>
          </p:nvGrpSpPr>
          <p:grpSpPr bwMode="auto">
            <a:xfrm>
              <a:off x="0" y="2304"/>
              <a:ext cx="240" cy="768"/>
              <a:chOff x="0" y="0"/>
              <a:chExt cx="240" cy="768"/>
            </a:xfrm>
          </p:grpSpPr>
          <p:sp>
            <p:nvSpPr>
              <p:cNvPr id="80" name="Rectangle 136"/>
              <p:cNvSpPr>
                <a:spLocks noChangeArrowheads="1"/>
              </p:cNvSpPr>
              <p:nvPr userDrawn="1"/>
            </p:nvSpPr>
            <p:spPr bwMode="auto">
              <a:xfrm>
                <a:off x="0" y="48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81" name="Rectangle 137"/>
              <p:cNvSpPr>
                <a:spLocks noChangeArrowheads="1"/>
              </p:cNvSpPr>
              <p:nvPr userDrawn="1"/>
            </p:nvSpPr>
            <p:spPr bwMode="auto">
              <a:xfrm>
                <a:off x="48" y="0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82" name="Rectangle 138"/>
              <p:cNvSpPr>
                <a:spLocks noChangeArrowheads="1"/>
              </p:cNvSpPr>
              <p:nvPr userDrawn="1"/>
            </p:nvSpPr>
            <p:spPr bwMode="auto">
              <a:xfrm>
                <a:off x="96" y="48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83" name="Rectangle 139"/>
              <p:cNvSpPr>
                <a:spLocks noChangeArrowheads="1"/>
              </p:cNvSpPr>
              <p:nvPr userDrawn="1"/>
            </p:nvSpPr>
            <p:spPr bwMode="auto">
              <a:xfrm>
                <a:off x="144" y="0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84" name="Rectangle 140"/>
              <p:cNvSpPr>
                <a:spLocks noChangeArrowheads="1"/>
              </p:cNvSpPr>
              <p:nvPr userDrawn="1"/>
            </p:nvSpPr>
            <p:spPr bwMode="auto">
              <a:xfrm>
                <a:off x="192" y="48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85" name="Rectangle 141"/>
              <p:cNvSpPr>
                <a:spLocks noChangeArrowheads="1"/>
              </p:cNvSpPr>
              <p:nvPr userDrawn="1"/>
            </p:nvSpPr>
            <p:spPr bwMode="auto">
              <a:xfrm>
                <a:off x="0" y="144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86" name="Rectangle 142"/>
              <p:cNvSpPr>
                <a:spLocks noChangeArrowheads="1"/>
              </p:cNvSpPr>
              <p:nvPr userDrawn="1"/>
            </p:nvSpPr>
            <p:spPr bwMode="auto">
              <a:xfrm>
                <a:off x="48" y="96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87" name="Rectangle 143"/>
              <p:cNvSpPr>
                <a:spLocks noChangeArrowheads="1"/>
              </p:cNvSpPr>
              <p:nvPr userDrawn="1"/>
            </p:nvSpPr>
            <p:spPr bwMode="auto">
              <a:xfrm>
                <a:off x="96" y="144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88" name="Rectangle 144"/>
              <p:cNvSpPr>
                <a:spLocks noChangeArrowheads="1"/>
              </p:cNvSpPr>
              <p:nvPr userDrawn="1"/>
            </p:nvSpPr>
            <p:spPr bwMode="auto">
              <a:xfrm>
                <a:off x="144" y="96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89" name="Rectangle 145"/>
              <p:cNvSpPr>
                <a:spLocks noChangeArrowheads="1"/>
              </p:cNvSpPr>
              <p:nvPr userDrawn="1"/>
            </p:nvSpPr>
            <p:spPr bwMode="auto">
              <a:xfrm>
                <a:off x="192" y="144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90" name="Rectangle 146"/>
              <p:cNvSpPr>
                <a:spLocks noChangeArrowheads="1"/>
              </p:cNvSpPr>
              <p:nvPr userDrawn="1"/>
            </p:nvSpPr>
            <p:spPr bwMode="auto">
              <a:xfrm>
                <a:off x="0" y="240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91" name="Rectangle 147"/>
              <p:cNvSpPr>
                <a:spLocks noChangeArrowheads="1"/>
              </p:cNvSpPr>
              <p:nvPr userDrawn="1"/>
            </p:nvSpPr>
            <p:spPr bwMode="auto">
              <a:xfrm>
                <a:off x="48" y="192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92" name="Rectangle 148"/>
              <p:cNvSpPr>
                <a:spLocks noChangeArrowheads="1"/>
              </p:cNvSpPr>
              <p:nvPr userDrawn="1"/>
            </p:nvSpPr>
            <p:spPr bwMode="auto">
              <a:xfrm>
                <a:off x="96" y="240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93" name="Rectangle 149"/>
              <p:cNvSpPr>
                <a:spLocks noChangeArrowheads="1"/>
              </p:cNvSpPr>
              <p:nvPr userDrawn="1"/>
            </p:nvSpPr>
            <p:spPr bwMode="auto">
              <a:xfrm>
                <a:off x="144" y="192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94" name="Rectangle 150"/>
              <p:cNvSpPr>
                <a:spLocks noChangeArrowheads="1"/>
              </p:cNvSpPr>
              <p:nvPr userDrawn="1"/>
            </p:nvSpPr>
            <p:spPr bwMode="auto">
              <a:xfrm>
                <a:off x="192" y="240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95" name="Rectangle 151"/>
              <p:cNvSpPr>
                <a:spLocks noChangeArrowheads="1"/>
              </p:cNvSpPr>
              <p:nvPr userDrawn="1"/>
            </p:nvSpPr>
            <p:spPr bwMode="auto">
              <a:xfrm>
                <a:off x="0" y="336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96" name="Rectangle 152"/>
              <p:cNvSpPr>
                <a:spLocks noChangeArrowheads="1"/>
              </p:cNvSpPr>
              <p:nvPr userDrawn="1"/>
            </p:nvSpPr>
            <p:spPr bwMode="auto">
              <a:xfrm>
                <a:off x="48" y="288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97" name="Rectangle 153"/>
              <p:cNvSpPr>
                <a:spLocks noChangeArrowheads="1"/>
              </p:cNvSpPr>
              <p:nvPr userDrawn="1"/>
            </p:nvSpPr>
            <p:spPr bwMode="auto">
              <a:xfrm>
                <a:off x="96" y="336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98" name="Rectangle 154"/>
              <p:cNvSpPr>
                <a:spLocks noChangeArrowheads="1"/>
              </p:cNvSpPr>
              <p:nvPr userDrawn="1"/>
            </p:nvSpPr>
            <p:spPr bwMode="auto">
              <a:xfrm>
                <a:off x="144" y="288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99" name="Rectangle 155"/>
              <p:cNvSpPr>
                <a:spLocks noChangeArrowheads="1"/>
              </p:cNvSpPr>
              <p:nvPr userDrawn="1"/>
            </p:nvSpPr>
            <p:spPr bwMode="auto">
              <a:xfrm>
                <a:off x="192" y="336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00" name="Rectangle 156"/>
              <p:cNvSpPr>
                <a:spLocks noChangeArrowheads="1"/>
              </p:cNvSpPr>
              <p:nvPr userDrawn="1"/>
            </p:nvSpPr>
            <p:spPr bwMode="auto">
              <a:xfrm>
                <a:off x="0" y="432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01" name="Rectangle 157"/>
              <p:cNvSpPr>
                <a:spLocks noChangeArrowheads="1"/>
              </p:cNvSpPr>
              <p:nvPr userDrawn="1"/>
            </p:nvSpPr>
            <p:spPr bwMode="auto">
              <a:xfrm>
                <a:off x="48" y="384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02" name="Rectangle 158"/>
              <p:cNvSpPr>
                <a:spLocks noChangeArrowheads="1"/>
              </p:cNvSpPr>
              <p:nvPr userDrawn="1"/>
            </p:nvSpPr>
            <p:spPr bwMode="auto">
              <a:xfrm>
                <a:off x="96" y="432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03" name="Rectangle 159"/>
              <p:cNvSpPr>
                <a:spLocks noChangeArrowheads="1"/>
              </p:cNvSpPr>
              <p:nvPr userDrawn="1"/>
            </p:nvSpPr>
            <p:spPr bwMode="auto">
              <a:xfrm>
                <a:off x="144" y="384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04" name="Rectangle 160"/>
              <p:cNvSpPr>
                <a:spLocks noChangeArrowheads="1"/>
              </p:cNvSpPr>
              <p:nvPr userDrawn="1"/>
            </p:nvSpPr>
            <p:spPr bwMode="auto">
              <a:xfrm>
                <a:off x="192" y="432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05" name="Rectangle 161"/>
              <p:cNvSpPr>
                <a:spLocks noChangeArrowheads="1"/>
              </p:cNvSpPr>
              <p:nvPr userDrawn="1"/>
            </p:nvSpPr>
            <p:spPr bwMode="auto">
              <a:xfrm>
                <a:off x="0" y="528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06" name="Rectangle 162"/>
              <p:cNvSpPr>
                <a:spLocks noChangeArrowheads="1"/>
              </p:cNvSpPr>
              <p:nvPr userDrawn="1"/>
            </p:nvSpPr>
            <p:spPr bwMode="auto">
              <a:xfrm>
                <a:off x="48" y="480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07" name="Rectangle 163"/>
              <p:cNvSpPr>
                <a:spLocks noChangeArrowheads="1"/>
              </p:cNvSpPr>
              <p:nvPr userDrawn="1"/>
            </p:nvSpPr>
            <p:spPr bwMode="auto">
              <a:xfrm>
                <a:off x="96" y="528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08" name="Rectangle 164"/>
              <p:cNvSpPr>
                <a:spLocks noChangeArrowheads="1"/>
              </p:cNvSpPr>
              <p:nvPr userDrawn="1"/>
            </p:nvSpPr>
            <p:spPr bwMode="auto">
              <a:xfrm>
                <a:off x="144" y="480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09" name="Rectangle 165"/>
              <p:cNvSpPr>
                <a:spLocks noChangeArrowheads="1"/>
              </p:cNvSpPr>
              <p:nvPr userDrawn="1"/>
            </p:nvSpPr>
            <p:spPr bwMode="auto">
              <a:xfrm>
                <a:off x="192" y="528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10" name="Rectangle 166"/>
              <p:cNvSpPr>
                <a:spLocks noChangeArrowheads="1"/>
              </p:cNvSpPr>
              <p:nvPr userDrawn="1"/>
            </p:nvSpPr>
            <p:spPr bwMode="auto">
              <a:xfrm>
                <a:off x="0" y="624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11" name="Rectangle 167"/>
              <p:cNvSpPr>
                <a:spLocks noChangeArrowheads="1"/>
              </p:cNvSpPr>
              <p:nvPr userDrawn="1"/>
            </p:nvSpPr>
            <p:spPr bwMode="auto">
              <a:xfrm>
                <a:off x="48" y="576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12" name="Rectangle 168"/>
              <p:cNvSpPr>
                <a:spLocks noChangeArrowheads="1"/>
              </p:cNvSpPr>
              <p:nvPr userDrawn="1"/>
            </p:nvSpPr>
            <p:spPr bwMode="auto">
              <a:xfrm>
                <a:off x="96" y="624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13" name="Rectangle 169"/>
              <p:cNvSpPr>
                <a:spLocks noChangeArrowheads="1"/>
              </p:cNvSpPr>
              <p:nvPr userDrawn="1"/>
            </p:nvSpPr>
            <p:spPr bwMode="auto">
              <a:xfrm>
                <a:off x="144" y="576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14" name="Rectangle 170"/>
              <p:cNvSpPr>
                <a:spLocks noChangeArrowheads="1"/>
              </p:cNvSpPr>
              <p:nvPr userDrawn="1"/>
            </p:nvSpPr>
            <p:spPr bwMode="auto">
              <a:xfrm>
                <a:off x="192" y="624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15" name="Rectangle 171"/>
              <p:cNvSpPr>
                <a:spLocks noChangeArrowheads="1"/>
              </p:cNvSpPr>
              <p:nvPr userDrawn="1"/>
            </p:nvSpPr>
            <p:spPr bwMode="auto">
              <a:xfrm>
                <a:off x="0" y="720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16" name="Rectangle 172"/>
              <p:cNvSpPr>
                <a:spLocks noChangeArrowheads="1"/>
              </p:cNvSpPr>
              <p:nvPr userDrawn="1"/>
            </p:nvSpPr>
            <p:spPr bwMode="auto">
              <a:xfrm>
                <a:off x="48" y="672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17" name="Rectangle 173"/>
              <p:cNvSpPr>
                <a:spLocks noChangeArrowheads="1"/>
              </p:cNvSpPr>
              <p:nvPr userDrawn="1"/>
            </p:nvSpPr>
            <p:spPr bwMode="auto">
              <a:xfrm>
                <a:off x="96" y="720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18" name="Rectangle 174"/>
              <p:cNvSpPr>
                <a:spLocks noChangeArrowheads="1"/>
              </p:cNvSpPr>
              <p:nvPr userDrawn="1"/>
            </p:nvSpPr>
            <p:spPr bwMode="auto">
              <a:xfrm>
                <a:off x="144" y="672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19" name="Rectangle 175"/>
              <p:cNvSpPr>
                <a:spLocks noChangeArrowheads="1"/>
              </p:cNvSpPr>
              <p:nvPr userDrawn="1"/>
            </p:nvSpPr>
            <p:spPr bwMode="auto">
              <a:xfrm>
                <a:off x="192" y="720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</p:grpSp>
        <p:grpSp>
          <p:nvGrpSpPr>
            <p:cNvPr id="13" name="Group 176"/>
            <p:cNvGrpSpPr>
              <a:grpSpLocks/>
            </p:cNvGrpSpPr>
            <p:nvPr userDrawn="1"/>
          </p:nvGrpSpPr>
          <p:grpSpPr bwMode="auto">
            <a:xfrm>
              <a:off x="0" y="3072"/>
              <a:ext cx="240" cy="768"/>
              <a:chOff x="0" y="3072"/>
              <a:chExt cx="240" cy="768"/>
            </a:xfrm>
          </p:grpSpPr>
          <p:sp>
            <p:nvSpPr>
              <p:cNvPr id="40" name="Rectangle 177"/>
              <p:cNvSpPr>
                <a:spLocks noChangeArrowheads="1"/>
              </p:cNvSpPr>
              <p:nvPr userDrawn="1"/>
            </p:nvSpPr>
            <p:spPr bwMode="auto">
              <a:xfrm>
                <a:off x="0" y="3120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41" name="Rectangle 178"/>
              <p:cNvSpPr>
                <a:spLocks noChangeArrowheads="1"/>
              </p:cNvSpPr>
              <p:nvPr userDrawn="1"/>
            </p:nvSpPr>
            <p:spPr bwMode="auto">
              <a:xfrm>
                <a:off x="48" y="3072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42" name="Rectangle 179"/>
              <p:cNvSpPr>
                <a:spLocks noChangeArrowheads="1"/>
              </p:cNvSpPr>
              <p:nvPr userDrawn="1"/>
            </p:nvSpPr>
            <p:spPr bwMode="auto">
              <a:xfrm>
                <a:off x="96" y="3120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43" name="Rectangle 180"/>
              <p:cNvSpPr>
                <a:spLocks noChangeArrowheads="1"/>
              </p:cNvSpPr>
              <p:nvPr userDrawn="1"/>
            </p:nvSpPr>
            <p:spPr bwMode="auto">
              <a:xfrm>
                <a:off x="144" y="3072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44" name="Rectangle 181"/>
              <p:cNvSpPr>
                <a:spLocks noChangeArrowheads="1"/>
              </p:cNvSpPr>
              <p:nvPr userDrawn="1"/>
            </p:nvSpPr>
            <p:spPr bwMode="auto">
              <a:xfrm>
                <a:off x="192" y="3120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45" name="Rectangle 182"/>
              <p:cNvSpPr>
                <a:spLocks noChangeArrowheads="1"/>
              </p:cNvSpPr>
              <p:nvPr userDrawn="1"/>
            </p:nvSpPr>
            <p:spPr bwMode="auto">
              <a:xfrm>
                <a:off x="0" y="3216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46" name="Rectangle 183"/>
              <p:cNvSpPr>
                <a:spLocks noChangeArrowheads="1"/>
              </p:cNvSpPr>
              <p:nvPr userDrawn="1"/>
            </p:nvSpPr>
            <p:spPr bwMode="auto">
              <a:xfrm>
                <a:off x="48" y="3168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47" name="Rectangle 184"/>
              <p:cNvSpPr>
                <a:spLocks noChangeArrowheads="1"/>
              </p:cNvSpPr>
              <p:nvPr userDrawn="1"/>
            </p:nvSpPr>
            <p:spPr bwMode="auto">
              <a:xfrm>
                <a:off x="96" y="3216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48" name="Rectangle 185"/>
              <p:cNvSpPr>
                <a:spLocks noChangeArrowheads="1"/>
              </p:cNvSpPr>
              <p:nvPr userDrawn="1"/>
            </p:nvSpPr>
            <p:spPr bwMode="auto">
              <a:xfrm>
                <a:off x="144" y="3168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49" name="Rectangle 186"/>
              <p:cNvSpPr>
                <a:spLocks noChangeArrowheads="1"/>
              </p:cNvSpPr>
              <p:nvPr userDrawn="1"/>
            </p:nvSpPr>
            <p:spPr bwMode="auto">
              <a:xfrm>
                <a:off x="192" y="3216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50" name="Rectangle 187"/>
              <p:cNvSpPr>
                <a:spLocks noChangeArrowheads="1"/>
              </p:cNvSpPr>
              <p:nvPr userDrawn="1"/>
            </p:nvSpPr>
            <p:spPr bwMode="auto">
              <a:xfrm>
                <a:off x="0" y="3312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51" name="Rectangle 188"/>
              <p:cNvSpPr>
                <a:spLocks noChangeArrowheads="1"/>
              </p:cNvSpPr>
              <p:nvPr userDrawn="1"/>
            </p:nvSpPr>
            <p:spPr bwMode="auto">
              <a:xfrm>
                <a:off x="48" y="3264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52" name="Rectangle 189"/>
              <p:cNvSpPr>
                <a:spLocks noChangeArrowheads="1"/>
              </p:cNvSpPr>
              <p:nvPr userDrawn="1"/>
            </p:nvSpPr>
            <p:spPr bwMode="auto">
              <a:xfrm>
                <a:off x="96" y="3312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53" name="Rectangle 190"/>
              <p:cNvSpPr>
                <a:spLocks noChangeArrowheads="1"/>
              </p:cNvSpPr>
              <p:nvPr userDrawn="1"/>
            </p:nvSpPr>
            <p:spPr bwMode="auto">
              <a:xfrm>
                <a:off x="144" y="3264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54" name="Rectangle 191"/>
              <p:cNvSpPr>
                <a:spLocks noChangeArrowheads="1"/>
              </p:cNvSpPr>
              <p:nvPr userDrawn="1"/>
            </p:nvSpPr>
            <p:spPr bwMode="auto">
              <a:xfrm>
                <a:off x="192" y="3312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55" name="Rectangle 192"/>
              <p:cNvSpPr>
                <a:spLocks noChangeArrowheads="1"/>
              </p:cNvSpPr>
              <p:nvPr userDrawn="1"/>
            </p:nvSpPr>
            <p:spPr bwMode="auto">
              <a:xfrm>
                <a:off x="0" y="3408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56" name="Rectangle 193"/>
              <p:cNvSpPr>
                <a:spLocks noChangeArrowheads="1"/>
              </p:cNvSpPr>
              <p:nvPr userDrawn="1"/>
            </p:nvSpPr>
            <p:spPr bwMode="auto">
              <a:xfrm>
                <a:off x="48" y="3360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57" name="Rectangle 194"/>
              <p:cNvSpPr>
                <a:spLocks noChangeArrowheads="1"/>
              </p:cNvSpPr>
              <p:nvPr userDrawn="1"/>
            </p:nvSpPr>
            <p:spPr bwMode="auto">
              <a:xfrm>
                <a:off x="96" y="3408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58" name="Rectangle 195"/>
              <p:cNvSpPr>
                <a:spLocks noChangeArrowheads="1"/>
              </p:cNvSpPr>
              <p:nvPr userDrawn="1"/>
            </p:nvSpPr>
            <p:spPr bwMode="auto">
              <a:xfrm>
                <a:off x="144" y="3360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59" name="Rectangle 196"/>
              <p:cNvSpPr>
                <a:spLocks noChangeArrowheads="1"/>
              </p:cNvSpPr>
              <p:nvPr userDrawn="1"/>
            </p:nvSpPr>
            <p:spPr bwMode="auto">
              <a:xfrm>
                <a:off x="192" y="3408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60" name="Rectangle 197"/>
              <p:cNvSpPr>
                <a:spLocks noChangeArrowheads="1"/>
              </p:cNvSpPr>
              <p:nvPr userDrawn="1"/>
            </p:nvSpPr>
            <p:spPr bwMode="auto">
              <a:xfrm>
                <a:off x="0" y="3504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61" name="Rectangle 198"/>
              <p:cNvSpPr>
                <a:spLocks noChangeArrowheads="1"/>
              </p:cNvSpPr>
              <p:nvPr userDrawn="1"/>
            </p:nvSpPr>
            <p:spPr bwMode="auto">
              <a:xfrm>
                <a:off x="48" y="3456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62" name="Rectangle 199"/>
              <p:cNvSpPr>
                <a:spLocks noChangeArrowheads="1"/>
              </p:cNvSpPr>
              <p:nvPr userDrawn="1"/>
            </p:nvSpPr>
            <p:spPr bwMode="auto">
              <a:xfrm>
                <a:off x="96" y="3504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63" name="Rectangle 200"/>
              <p:cNvSpPr>
                <a:spLocks noChangeArrowheads="1"/>
              </p:cNvSpPr>
              <p:nvPr userDrawn="1"/>
            </p:nvSpPr>
            <p:spPr bwMode="auto">
              <a:xfrm>
                <a:off x="144" y="3456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64" name="Rectangle 201"/>
              <p:cNvSpPr>
                <a:spLocks noChangeArrowheads="1"/>
              </p:cNvSpPr>
              <p:nvPr userDrawn="1"/>
            </p:nvSpPr>
            <p:spPr bwMode="auto">
              <a:xfrm>
                <a:off x="192" y="3504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65" name="Rectangle 202"/>
              <p:cNvSpPr>
                <a:spLocks noChangeArrowheads="1"/>
              </p:cNvSpPr>
              <p:nvPr userDrawn="1"/>
            </p:nvSpPr>
            <p:spPr bwMode="auto">
              <a:xfrm>
                <a:off x="0" y="3600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66" name="Rectangle 203"/>
              <p:cNvSpPr>
                <a:spLocks noChangeArrowheads="1"/>
              </p:cNvSpPr>
              <p:nvPr userDrawn="1"/>
            </p:nvSpPr>
            <p:spPr bwMode="auto">
              <a:xfrm>
                <a:off x="48" y="3552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67" name="Rectangle 204"/>
              <p:cNvSpPr>
                <a:spLocks noChangeArrowheads="1"/>
              </p:cNvSpPr>
              <p:nvPr userDrawn="1"/>
            </p:nvSpPr>
            <p:spPr bwMode="auto">
              <a:xfrm>
                <a:off x="96" y="3600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68" name="Rectangle 205"/>
              <p:cNvSpPr>
                <a:spLocks noChangeArrowheads="1"/>
              </p:cNvSpPr>
              <p:nvPr userDrawn="1"/>
            </p:nvSpPr>
            <p:spPr bwMode="auto">
              <a:xfrm>
                <a:off x="144" y="3552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69" name="Rectangle 206"/>
              <p:cNvSpPr>
                <a:spLocks noChangeArrowheads="1"/>
              </p:cNvSpPr>
              <p:nvPr userDrawn="1"/>
            </p:nvSpPr>
            <p:spPr bwMode="auto">
              <a:xfrm>
                <a:off x="192" y="3600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70" name="Rectangle 207"/>
              <p:cNvSpPr>
                <a:spLocks noChangeArrowheads="1"/>
              </p:cNvSpPr>
              <p:nvPr userDrawn="1"/>
            </p:nvSpPr>
            <p:spPr bwMode="auto">
              <a:xfrm>
                <a:off x="0" y="3696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71" name="Rectangle 208"/>
              <p:cNvSpPr>
                <a:spLocks noChangeArrowheads="1"/>
              </p:cNvSpPr>
              <p:nvPr userDrawn="1"/>
            </p:nvSpPr>
            <p:spPr bwMode="auto">
              <a:xfrm>
                <a:off x="48" y="3648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72" name="Rectangle 209"/>
              <p:cNvSpPr>
                <a:spLocks noChangeArrowheads="1"/>
              </p:cNvSpPr>
              <p:nvPr userDrawn="1"/>
            </p:nvSpPr>
            <p:spPr bwMode="auto">
              <a:xfrm>
                <a:off x="96" y="3696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73" name="Rectangle 210"/>
              <p:cNvSpPr>
                <a:spLocks noChangeArrowheads="1"/>
              </p:cNvSpPr>
              <p:nvPr userDrawn="1"/>
            </p:nvSpPr>
            <p:spPr bwMode="auto">
              <a:xfrm>
                <a:off x="144" y="3648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74" name="Rectangle 211"/>
              <p:cNvSpPr>
                <a:spLocks noChangeArrowheads="1"/>
              </p:cNvSpPr>
              <p:nvPr userDrawn="1"/>
            </p:nvSpPr>
            <p:spPr bwMode="auto">
              <a:xfrm>
                <a:off x="192" y="3696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75" name="Rectangle 212"/>
              <p:cNvSpPr>
                <a:spLocks noChangeArrowheads="1"/>
              </p:cNvSpPr>
              <p:nvPr userDrawn="1"/>
            </p:nvSpPr>
            <p:spPr bwMode="auto">
              <a:xfrm>
                <a:off x="0" y="3792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76" name="Rectangle 213"/>
              <p:cNvSpPr>
                <a:spLocks noChangeArrowheads="1"/>
              </p:cNvSpPr>
              <p:nvPr userDrawn="1"/>
            </p:nvSpPr>
            <p:spPr bwMode="auto">
              <a:xfrm>
                <a:off x="48" y="3744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77" name="Rectangle 214"/>
              <p:cNvSpPr>
                <a:spLocks noChangeArrowheads="1"/>
              </p:cNvSpPr>
              <p:nvPr userDrawn="1"/>
            </p:nvSpPr>
            <p:spPr bwMode="auto">
              <a:xfrm>
                <a:off x="96" y="3792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78" name="Rectangle 215"/>
              <p:cNvSpPr>
                <a:spLocks noChangeArrowheads="1"/>
              </p:cNvSpPr>
              <p:nvPr userDrawn="1"/>
            </p:nvSpPr>
            <p:spPr bwMode="auto">
              <a:xfrm>
                <a:off x="144" y="3744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79" name="Rectangle 216"/>
              <p:cNvSpPr>
                <a:spLocks noChangeArrowheads="1"/>
              </p:cNvSpPr>
              <p:nvPr userDrawn="1"/>
            </p:nvSpPr>
            <p:spPr bwMode="auto">
              <a:xfrm>
                <a:off x="192" y="3792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</p:grpSp>
        <p:grpSp>
          <p:nvGrpSpPr>
            <p:cNvPr id="14" name="Group 217"/>
            <p:cNvGrpSpPr>
              <a:grpSpLocks/>
            </p:cNvGrpSpPr>
            <p:nvPr userDrawn="1"/>
          </p:nvGrpSpPr>
          <p:grpSpPr bwMode="auto">
            <a:xfrm>
              <a:off x="0" y="3840"/>
              <a:ext cx="240" cy="480"/>
              <a:chOff x="0" y="3840"/>
              <a:chExt cx="240" cy="480"/>
            </a:xfrm>
          </p:grpSpPr>
          <p:sp>
            <p:nvSpPr>
              <p:cNvPr id="15" name="Rectangle 218"/>
              <p:cNvSpPr>
                <a:spLocks noChangeArrowheads="1"/>
              </p:cNvSpPr>
              <p:nvPr userDrawn="1"/>
            </p:nvSpPr>
            <p:spPr bwMode="auto">
              <a:xfrm>
                <a:off x="0" y="3888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6" name="Rectangle 219"/>
              <p:cNvSpPr>
                <a:spLocks noChangeArrowheads="1"/>
              </p:cNvSpPr>
              <p:nvPr userDrawn="1"/>
            </p:nvSpPr>
            <p:spPr bwMode="auto">
              <a:xfrm>
                <a:off x="48" y="3840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7" name="Rectangle 220"/>
              <p:cNvSpPr>
                <a:spLocks noChangeArrowheads="1"/>
              </p:cNvSpPr>
              <p:nvPr userDrawn="1"/>
            </p:nvSpPr>
            <p:spPr bwMode="auto">
              <a:xfrm>
                <a:off x="96" y="3888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8" name="Rectangle 221"/>
              <p:cNvSpPr>
                <a:spLocks noChangeArrowheads="1"/>
              </p:cNvSpPr>
              <p:nvPr userDrawn="1"/>
            </p:nvSpPr>
            <p:spPr bwMode="auto">
              <a:xfrm>
                <a:off x="144" y="3840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19" name="Rectangle 222"/>
              <p:cNvSpPr>
                <a:spLocks noChangeArrowheads="1"/>
              </p:cNvSpPr>
              <p:nvPr userDrawn="1"/>
            </p:nvSpPr>
            <p:spPr bwMode="auto">
              <a:xfrm>
                <a:off x="192" y="3888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20" name="Rectangle 223"/>
              <p:cNvSpPr>
                <a:spLocks noChangeArrowheads="1"/>
              </p:cNvSpPr>
              <p:nvPr userDrawn="1"/>
            </p:nvSpPr>
            <p:spPr bwMode="auto">
              <a:xfrm>
                <a:off x="0" y="3984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21" name="Rectangle 224"/>
              <p:cNvSpPr>
                <a:spLocks noChangeArrowheads="1"/>
              </p:cNvSpPr>
              <p:nvPr userDrawn="1"/>
            </p:nvSpPr>
            <p:spPr bwMode="auto">
              <a:xfrm>
                <a:off x="48" y="3936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22" name="Rectangle 225"/>
              <p:cNvSpPr>
                <a:spLocks noChangeArrowheads="1"/>
              </p:cNvSpPr>
              <p:nvPr userDrawn="1"/>
            </p:nvSpPr>
            <p:spPr bwMode="auto">
              <a:xfrm>
                <a:off x="96" y="3984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23" name="Rectangle 226"/>
              <p:cNvSpPr>
                <a:spLocks noChangeArrowheads="1"/>
              </p:cNvSpPr>
              <p:nvPr userDrawn="1"/>
            </p:nvSpPr>
            <p:spPr bwMode="auto">
              <a:xfrm>
                <a:off x="144" y="3936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24" name="Rectangle 227"/>
              <p:cNvSpPr>
                <a:spLocks noChangeArrowheads="1"/>
              </p:cNvSpPr>
              <p:nvPr userDrawn="1"/>
            </p:nvSpPr>
            <p:spPr bwMode="auto">
              <a:xfrm>
                <a:off x="192" y="3984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25" name="Rectangle 228"/>
              <p:cNvSpPr>
                <a:spLocks noChangeArrowheads="1"/>
              </p:cNvSpPr>
              <p:nvPr userDrawn="1"/>
            </p:nvSpPr>
            <p:spPr bwMode="auto">
              <a:xfrm>
                <a:off x="0" y="4080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26" name="Rectangle 229"/>
              <p:cNvSpPr>
                <a:spLocks noChangeArrowheads="1"/>
              </p:cNvSpPr>
              <p:nvPr userDrawn="1"/>
            </p:nvSpPr>
            <p:spPr bwMode="auto">
              <a:xfrm>
                <a:off x="48" y="4032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27" name="Rectangle 230"/>
              <p:cNvSpPr>
                <a:spLocks noChangeArrowheads="1"/>
              </p:cNvSpPr>
              <p:nvPr userDrawn="1"/>
            </p:nvSpPr>
            <p:spPr bwMode="auto">
              <a:xfrm>
                <a:off x="96" y="4080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28" name="Rectangle 231"/>
              <p:cNvSpPr>
                <a:spLocks noChangeArrowheads="1"/>
              </p:cNvSpPr>
              <p:nvPr userDrawn="1"/>
            </p:nvSpPr>
            <p:spPr bwMode="auto">
              <a:xfrm>
                <a:off x="144" y="4032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29" name="Rectangle 232"/>
              <p:cNvSpPr>
                <a:spLocks noChangeArrowheads="1"/>
              </p:cNvSpPr>
              <p:nvPr userDrawn="1"/>
            </p:nvSpPr>
            <p:spPr bwMode="auto">
              <a:xfrm>
                <a:off x="192" y="4080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30" name="Rectangle 233"/>
              <p:cNvSpPr>
                <a:spLocks noChangeArrowheads="1"/>
              </p:cNvSpPr>
              <p:nvPr userDrawn="1"/>
            </p:nvSpPr>
            <p:spPr bwMode="auto">
              <a:xfrm>
                <a:off x="0" y="4176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31" name="Rectangle 234"/>
              <p:cNvSpPr>
                <a:spLocks noChangeArrowheads="1"/>
              </p:cNvSpPr>
              <p:nvPr userDrawn="1"/>
            </p:nvSpPr>
            <p:spPr bwMode="auto">
              <a:xfrm>
                <a:off x="48" y="4128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32" name="Rectangle 235"/>
              <p:cNvSpPr>
                <a:spLocks noChangeArrowheads="1"/>
              </p:cNvSpPr>
              <p:nvPr userDrawn="1"/>
            </p:nvSpPr>
            <p:spPr bwMode="auto">
              <a:xfrm>
                <a:off x="96" y="4176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33" name="Rectangle 236"/>
              <p:cNvSpPr>
                <a:spLocks noChangeArrowheads="1"/>
              </p:cNvSpPr>
              <p:nvPr userDrawn="1"/>
            </p:nvSpPr>
            <p:spPr bwMode="auto">
              <a:xfrm>
                <a:off x="144" y="4128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34" name="Rectangle 237"/>
              <p:cNvSpPr>
                <a:spLocks noChangeArrowheads="1"/>
              </p:cNvSpPr>
              <p:nvPr userDrawn="1"/>
            </p:nvSpPr>
            <p:spPr bwMode="auto">
              <a:xfrm>
                <a:off x="192" y="4176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35" name="Rectangle 238"/>
              <p:cNvSpPr>
                <a:spLocks noChangeArrowheads="1"/>
              </p:cNvSpPr>
              <p:nvPr userDrawn="1"/>
            </p:nvSpPr>
            <p:spPr bwMode="auto">
              <a:xfrm>
                <a:off x="0" y="4272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36" name="Rectangle 239"/>
              <p:cNvSpPr>
                <a:spLocks noChangeArrowheads="1"/>
              </p:cNvSpPr>
              <p:nvPr userDrawn="1"/>
            </p:nvSpPr>
            <p:spPr bwMode="auto">
              <a:xfrm>
                <a:off x="48" y="4224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37" name="Rectangle 240"/>
              <p:cNvSpPr>
                <a:spLocks noChangeArrowheads="1"/>
              </p:cNvSpPr>
              <p:nvPr userDrawn="1"/>
            </p:nvSpPr>
            <p:spPr bwMode="auto">
              <a:xfrm>
                <a:off x="96" y="4272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38" name="Rectangle 241"/>
              <p:cNvSpPr>
                <a:spLocks noChangeArrowheads="1"/>
              </p:cNvSpPr>
              <p:nvPr userDrawn="1"/>
            </p:nvSpPr>
            <p:spPr bwMode="auto">
              <a:xfrm>
                <a:off x="144" y="4224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  <p:sp>
            <p:nvSpPr>
              <p:cNvPr id="39" name="Rectangle 242"/>
              <p:cNvSpPr>
                <a:spLocks noChangeArrowheads="1"/>
              </p:cNvSpPr>
              <p:nvPr userDrawn="1"/>
            </p:nvSpPr>
            <p:spPr bwMode="auto">
              <a:xfrm>
                <a:off x="192" y="4272"/>
                <a:ext cx="48" cy="48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latin typeface="+mn-lt"/>
                  <a:ea typeface="굴림" pitchFamily="50" charset="-127"/>
                </a:endParaRPr>
              </a:p>
            </p:txBody>
          </p:sp>
        </p:grpSp>
      </p:grpSp>
      <p:sp>
        <p:nvSpPr>
          <p:cNvPr id="241" name="Rectangle 244"/>
          <p:cNvSpPr>
            <a:spLocks noChangeArrowheads="1"/>
          </p:cNvSpPr>
          <p:nvPr/>
        </p:nvSpPr>
        <p:spPr bwMode="auto">
          <a:xfrm flipV="1">
            <a:off x="601133" y="3530600"/>
            <a:ext cx="11590867" cy="55563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+mn-lt"/>
              <a:ea typeface="굴림" pitchFamily="50" charset="-127"/>
            </a:endParaRPr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2919943" y="4287151"/>
            <a:ext cx="6517216" cy="1249363"/>
          </a:xfrm>
          <a:prstGeom prst="rect">
            <a:avLst/>
          </a:prstGeom>
        </p:spPr>
        <p:txBody>
          <a:bodyPr anchor="ctr"/>
          <a:lstStyle>
            <a:lvl1pPr marL="0" indent="0" algn="ctr" fontAlgn="ctr">
              <a:buFontTx/>
              <a:buNone/>
              <a:defRPr sz="20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ko-KR" altLang="en-US"/>
              <a:t>클릭하여 마스터 부제목 스타일 편집</a:t>
            </a:r>
            <a:endParaRPr lang="ko-KR" altLang="en-US" dirty="0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01134" y="2278857"/>
            <a:ext cx="11064271" cy="1250950"/>
          </a:xfrm>
        </p:spPr>
        <p:txBody>
          <a:bodyPr/>
          <a:lstStyle>
            <a:lvl1pPr algn="ctr">
              <a:defRPr sz="40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ko-KR" altLang="ko-KR" dirty="0"/>
          </a:p>
        </p:txBody>
      </p:sp>
      <p:pic>
        <p:nvPicPr>
          <p:cNvPr id="3" name="그림 2" descr="폰트, 텍스트, 로고, 그래픽이(가) 표시된 사진&#10;&#10;자동 생성된 설명">
            <a:extLst>
              <a:ext uri="{FF2B5EF4-FFF2-40B4-BE49-F238E27FC236}">
                <a16:creationId xmlns:a16="http://schemas.microsoft.com/office/drawing/2014/main" id="{162AED17-98F1-49B7-4803-2528DE3CC7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8528" y="116632"/>
            <a:ext cx="1199316" cy="3809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9425" y="476250"/>
            <a:ext cx="11233150" cy="654760"/>
          </a:xfrm>
        </p:spPr>
        <p:txBody>
          <a:bodyPr anchor="t"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 hasCustomPrompt="1"/>
          </p:nvPr>
        </p:nvSpPr>
        <p:spPr>
          <a:xfrm>
            <a:off x="479425" y="1171111"/>
            <a:ext cx="5328543" cy="4948335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24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72783">
              <a:lnSpc>
                <a:spcPct val="100000"/>
              </a:lnSpc>
              <a:spcAft>
                <a:spcPts val="0"/>
              </a:spcAft>
              <a:defRPr sz="20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947103">
              <a:lnSpc>
                <a:spcPct val="100000"/>
              </a:lnSpc>
              <a:spcAft>
                <a:spcPts val="0"/>
              </a:spcAft>
              <a:defRPr sz="18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293178">
              <a:lnSpc>
                <a:spcPct val="100000"/>
              </a:lnSpc>
              <a:spcAft>
                <a:spcPts val="0"/>
              </a:spcAft>
              <a:defRPr sz="18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518603">
              <a:lnSpc>
                <a:spcPct val="100000"/>
              </a:lnSpc>
              <a:spcAft>
                <a:spcPts val="0"/>
              </a:spcAft>
              <a:defRPr sz="18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noProof="0" dirty="0"/>
              <a:t>Click to edit Master text styles with Top Level Bullet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B50E19-848C-42C8-0127-DA4D95EAFB70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951984" y="1144961"/>
            <a:ext cx="5760592" cy="4948335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24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72783">
              <a:lnSpc>
                <a:spcPct val="100000"/>
              </a:lnSpc>
              <a:spcAft>
                <a:spcPts val="0"/>
              </a:spcAft>
              <a:defRPr sz="20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947103">
              <a:lnSpc>
                <a:spcPct val="100000"/>
              </a:lnSpc>
              <a:spcAft>
                <a:spcPts val="0"/>
              </a:spcAft>
              <a:defRPr sz="18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293178">
              <a:lnSpc>
                <a:spcPct val="100000"/>
              </a:lnSpc>
              <a:spcAft>
                <a:spcPts val="0"/>
              </a:spcAft>
              <a:defRPr sz="18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518603">
              <a:lnSpc>
                <a:spcPct val="100000"/>
              </a:lnSpc>
              <a:spcAft>
                <a:spcPts val="0"/>
              </a:spcAft>
              <a:defRPr sz="18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noProof="0" dirty="0"/>
              <a:t>Click to edit Master text styles with Top Level Bullet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3793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392" y="260351"/>
            <a:ext cx="10658442" cy="720725"/>
          </a:xfrm>
        </p:spPr>
        <p:txBody>
          <a:bodyPr/>
          <a:lstStyle>
            <a:lvl1pPr>
              <a:defRPr sz="3200" b="0" i="0" u="none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623392" y="981076"/>
            <a:ext cx="11247040" cy="5256213"/>
          </a:xfrm>
          <a:prstGeom prst="rect">
            <a:avLst/>
          </a:prstGeom>
        </p:spPr>
        <p:txBody>
          <a:bodyPr/>
          <a:lstStyle>
            <a:lvl1pPr>
              <a:defRPr sz="24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2000" b="0" i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1800" b="0" i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1600" b="0" i="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1600" b="0" i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altLang="ko-KR" noProof="0" dirty="0"/>
              <a:t>Click to edit Master text styles with Top Level Bullet</a:t>
            </a:r>
          </a:p>
          <a:p>
            <a:pPr lvl="1"/>
            <a:r>
              <a:rPr lang="en-US" altLang="ko-KR" noProof="0" dirty="0"/>
              <a:t>Second level</a:t>
            </a:r>
          </a:p>
          <a:p>
            <a:pPr lvl="2"/>
            <a:r>
              <a:rPr lang="en-US" altLang="ko-KR" noProof="0" dirty="0"/>
              <a:t>Third level</a:t>
            </a:r>
          </a:p>
          <a:p>
            <a:pPr lvl="3"/>
            <a:r>
              <a:rPr lang="en-US" altLang="ko-KR" noProof="0" dirty="0"/>
              <a:t>Fourth level</a:t>
            </a:r>
          </a:p>
          <a:p>
            <a:pPr lvl="4"/>
            <a:r>
              <a:rPr lang="en-US" altLang="ko-KR" noProof="0" dirty="0"/>
              <a:t>Fifth level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65717707-2616-B1AF-0A86-0BE387B7C99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456373" y="6431101"/>
            <a:ext cx="2414059" cy="290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fontAlgn="base">
              <a:spcBef>
                <a:spcPct val="0"/>
              </a:spcBef>
              <a:spcAft>
                <a:spcPts val="0"/>
              </a:spcAft>
              <a:defRPr kumimoji="0" sz="1400" b="0" i="0">
                <a:solidFill>
                  <a:schemeClr val="tx1"/>
                </a:solidFill>
                <a:latin typeface="+mj-lt"/>
                <a:ea typeface="+mn-ea"/>
              </a:defRPr>
            </a:lvl1pPr>
          </a:lstStyle>
          <a:p>
            <a:pPr>
              <a:defRPr/>
            </a:pPr>
            <a:fld id="{88D58A09-4BEF-4795-8C5C-17ECAC43A8D8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14918" y="260351"/>
            <a:ext cx="10466916" cy="7207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609600" y="1412876"/>
            <a:ext cx="5384800" cy="482441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1412876"/>
            <a:ext cx="5384800" cy="482441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866BB6D-5B04-BA16-28D9-6B12CF1E0E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3F756D5-0CCD-04F9-5200-4ECFEB7280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3FF08C9F-706B-10E0-1FCF-F9F1D71F8F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B19FAF-7EBA-4848-B629-225CA293F76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80798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9425" y="476250"/>
            <a:ext cx="11233150" cy="654760"/>
          </a:xfrm>
        </p:spPr>
        <p:txBody>
          <a:bodyPr anchor="t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 hasCustomPrompt="1"/>
          </p:nvPr>
        </p:nvSpPr>
        <p:spPr>
          <a:xfrm>
            <a:off x="479425" y="1171111"/>
            <a:ext cx="11233150" cy="4948335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2400">
                <a:solidFill>
                  <a:schemeClr val="tx2"/>
                </a:solidFill>
              </a:defRPr>
            </a:lvl1pPr>
            <a:lvl2pPr marL="672783">
              <a:lnSpc>
                <a:spcPct val="100000"/>
              </a:lnSpc>
              <a:spcAft>
                <a:spcPts val="0"/>
              </a:spcAft>
              <a:defRPr sz="2000">
                <a:solidFill>
                  <a:schemeClr val="tx2"/>
                </a:solidFill>
              </a:defRPr>
            </a:lvl2pPr>
            <a:lvl3pPr marL="947103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3pPr>
            <a:lvl4pPr marL="1293178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4pPr>
            <a:lvl5pPr marL="1518603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noProof="0" dirty="0"/>
              <a:t>Click to edit Master text styles with Top Level Bullet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96227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814918" y="260351"/>
            <a:ext cx="10466916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19899024-F5DB-BD5C-10A1-8DEA7EE31C2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456373" y="6431101"/>
            <a:ext cx="2414059" cy="290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fontAlgn="base">
              <a:spcBef>
                <a:spcPct val="0"/>
              </a:spcBef>
              <a:spcAft>
                <a:spcPts val="0"/>
              </a:spcAft>
              <a:defRPr kumimoji="0" sz="1400" b="0" i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8D58A09-4BEF-4795-8C5C-17ECAC43A8D8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  <p:pic>
        <p:nvPicPr>
          <p:cNvPr id="3" name="그림 2" descr="폰트, 텍스트, 로고, 그래픽이(가) 표시된 사진&#10;&#10;자동 생성된 설명">
            <a:extLst>
              <a:ext uri="{FF2B5EF4-FFF2-40B4-BE49-F238E27FC236}">
                <a16:creationId xmlns:a16="http://schemas.microsoft.com/office/drawing/2014/main" id="{8D5FD219-993C-F704-C53D-D9BC2D79F8EA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6407196"/>
            <a:ext cx="1199316" cy="38090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  <p:sldLayoutId id="2147483865" r:id="rId2"/>
    <p:sldLayoutId id="2147483857" r:id="rId3"/>
    <p:sldLayoutId id="2147483863" r:id="rId4"/>
    <p:sldLayoutId id="2147483867" r:id="rId5"/>
  </p:sldLayoutIdLst>
  <p:hf hdr="0" ft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4000" b="1" i="0">
          <a:solidFill>
            <a:schemeClr val="accent1">
              <a:lumMod val="50000"/>
            </a:schemeClr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kumimoji="1" sz="2800" b="1" i="1">
          <a:solidFill>
            <a:schemeClr val="tx2"/>
          </a:solidFill>
          <a:latin typeface="Tahoma" pitchFamily="34" charset="0"/>
          <a:ea typeface="굴림" pitchFamily="50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kumimoji="1" sz="2800" b="1" i="1">
          <a:solidFill>
            <a:schemeClr val="tx2"/>
          </a:solidFill>
          <a:latin typeface="Tahoma" pitchFamily="34" charset="0"/>
          <a:ea typeface="굴림" pitchFamily="50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kumimoji="1" sz="2800" b="1" i="1">
          <a:solidFill>
            <a:schemeClr val="tx2"/>
          </a:solidFill>
          <a:latin typeface="Tahoma" pitchFamily="34" charset="0"/>
          <a:ea typeface="굴림" pitchFamily="50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kumimoji="1" sz="2800" b="1" i="1">
          <a:solidFill>
            <a:schemeClr val="tx2"/>
          </a:solidFill>
          <a:latin typeface="Tahoma" pitchFamily="34" charset="0"/>
          <a:ea typeface="굴림" pitchFamily="50" charset="-127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kumimoji="1" sz="2800" b="1" i="1">
          <a:solidFill>
            <a:schemeClr val="tx2"/>
          </a:solidFill>
          <a:latin typeface="Tahoma" pitchFamily="34" charset="0"/>
          <a:ea typeface="굴림" pitchFamily="50" charset="-127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kumimoji="1" sz="2800" b="1" i="1">
          <a:solidFill>
            <a:schemeClr val="tx2"/>
          </a:solidFill>
          <a:latin typeface="Tahoma" pitchFamily="34" charset="0"/>
          <a:ea typeface="굴림" pitchFamily="50" charset="-127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kumimoji="1" sz="2800" b="1" i="1">
          <a:solidFill>
            <a:schemeClr val="tx2"/>
          </a:solidFill>
          <a:latin typeface="Tahoma" pitchFamily="34" charset="0"/>
          <a:ea typeface="굴림" pitchFamily="50" charset="-127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kumimoji="1" sz="2800" b="1" i="1">
          <a:solidFill>
            <a:schemeClr val="tx2"/>
          </a:solidFill>
          <a:latin typeface="Tahoma" pitchFamily="34" charset="0"/>
          <a:ea typeface="굴림" pitchFamily="50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Blip>
          <a:blip r:embed="rId8"/>
        </a:buBlip>
        <a:defRPr kumimoji="1"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Blip>
          <a:blip r:embed="rId9"/>
        </a:buBlip>
        <a:defRPr kumimoji="1" sz="1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Blip>
          <a:blip r:embed="rId10"/>
        </a:buBlip>
        <a:defRPr kumimoji="1" sz="16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1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 dirty="0">
                <a:solidFill>
                  <a:srgbClr val="475569"/>
                </a:solidFill>
                <a:latin typeface="Calibri"/>
                <a:ea typeface="맑은 고딕"/>
              </a:rPr>
              <a:t>Yunju Baek (</a:t>
            </a:r>
            <a:r>
              <a:rPr lang="en-US" sz="2400" dirty="0" err="1">
                <a:solidFill>
                  <a:srgbClr val="475569"/>
                </a:solidFill>
                <a:latin typeface="Calibri"/>
                <a:ea typeface="맑은 고딕"/>
              </a:rPr>
              <a:t>yunju@pusan.ac.kr</a:t>
            </a:r>
            <a:r>
              <a:rPr lang="en-US" sz="2400" dirty="0">
                <a:solidFill>
                  <a:srgbClr val="475569"/>
                </a:solidFill>
                <a:latin typeface="Calibri"/>
                <a:ea typeface="맑은 고딕"/>
              </a:rPr>
              <a:t>)</a:t>
            </a:r>
            <a:endParaRPr sz="2400" dirty="0">
              <a:solidFill>
                <a:srgbClr val="475569"/>
              </a:solidFill>
              <a:latin typeface="Calibri"/>
              <a:ea typeface="맑은 고딕"/>
            </a:endParaRPr>
          </a:p>
          <a:p>
            <a:r>
              <a:rPr sz="1400" dirty="0">
                <a:solidFill>
                  <a:srgbClr val="94A3B8"/>
                </a:solidFill>
                <a:latin typeface="Calibri"/>
                <a:ea typeface="맑은 고딕"/>
              </a:rPr>
              <a:t>2026학년도 1학기 </a:t>
            </a:r>
          </a:p>
          <a:p>
            <a:r>
              <a:rPr sz="1400" i="1" dirty="0">
                <a:solidFill>
                  <a:srgbClr val="0E7490"/>
                </a:solidFill>
                <a:latin typeface="Calibri"/>
                <a:ea typeface="맑은 고딕"/>
              </a:rPr>
              <a:t>NUCLEO-F439ZI + </a:t>
            </a:r>
            <a:r>
              <a:rPr sz="1400" i="1" dirty="0" err="1">
                <a:solidFill>
                  <a:srgbClr val="0E7490"/>
                </a:solidFill>
                <a:latin typeface="Calibri"/>
                <a:ea typeface="맑은 고딕"/>
              </a:rPr>
              <a:t>uC</a:t>
            </a:r>
            <a:r>
              <a:rPr sz="1400" i="1" dirty="0">
                <a:solidFill>
                  <a:srgbClr val="0E7490"/>
                </a:solidFill>
                <a:latin typeface="Calibri"/>
                <a:ea typeface="맑은 고딕"/>
              </a:rPr>
              <a:t>/OS-III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A15C8FE-A82A-F982-B4DA-A276B12830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595" y="0"/>
            <a:ext cx="4171392" cy="2780928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800" b="1" dirty="0">
                <a:solidFill>
                  <a:srgbClr val="0F172A"/>
                </a:solidFill>
                <a:latin typeface="Calibri"/>
                <a:ea typeface="맑은 고딕"/>
              </a:rPr>
              <a:t>2026 </a:t>
            </a:r>
            <a:r>
              <a:rPr sz="4800" b="1" dirty="0" err="1">
                <a:solidFill>
                  <a:srgbClr val="0F172A"/>
                </a:solidFill>
                <a:latin typeface="Calibri"/>
                <a:ea typeface="맑은 고딕"/>
              </a:rPr>
              <a:t>텀프로젝트</a:t>
            </a:r>
            <a:endParaRPr sz="4800" b="1" dirty="0">
              <a:solidFill>
                <a:srgbClr val="0F172A"/>
              </a:solidFill>
              <a:latin typeface="Calibri"/>
              <a:ea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0"/>
          <a:lstStyle/>
          <a:p>
            <a:r>
              <a:rPr sz="3200" b="1">
                <a:solidFill>
                  <a:srgbClr val="0F172A"/>
                </a:solidFill>
                <a:latin typeface="Calibri"/>
                <a:ea typeface="맑은 고딕"/>
              </a:rPr>
              <a:t>1. 목적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11091672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109728" cy="15544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0F172A"/>
                </a:solidFill>
                <a:latin typeface="Calibri"/>
                <a:ea typeface="맑은 고딕"/>
              </a:rPr>
              <a:t>실무능력과 설계능력 배양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0" i="0">
                <a:solidFill>
                  <a:srgbClr val="475569"/>
                </a:solidFill>
                <a:latin typeface="Calibri"/>
                <a:ea typeface="맑은 고딕"/>
              </a:rPr>
              <a:t>본 수업에서 습득한 지식을 바탕으로 임베디드 시스템 application을 설계·제작하는 Term Project를 수행합니다.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91840"/>
            <a:ext cx="11091672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3291840"/>
            <a:ext cx="109728" cy="15544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347472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0F172A"/>
                </a:solidFill>
                <a:latin typeface="Calibri"/>
                <a:ea typeface="맑은 고딕"/>
              </a:rPr>
              <a:t>RTOS 기반 임베디드 SW 설계 경험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977639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0" i="0">
                <a:solidFill>
                  <a:srgbClr val="475569"/>
                </a:solidFill>
                <a:latin typeface="Calibri"/>
                <a:ea typeface="맑은 고딕"/>
              </a:rPr>
              <a:t>타겟보드 NUCLEO-F439ZI에 실시간운영체제 uC/OS-III를 활용한 소프트웨어를 설계해봄으로써, 임베디드시스템 개발에 대한 종합적인 능력을 배양합니다.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0"/>
          <a:lstStyle/>
          <a:p>
            <a:r>
              <a:rPr sz="3200" b="1">
                <a:solidFill>
                  <a:srgbClr val="0F172A"/>
                </a:solidFill>
                <a:latin typeface="Calibri"/>
                <a:ea typeface="맑은 고딕"/>
              </a:rPr>
              <a:t>2. 요구사항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400" b="1" i="0">
                <a:solidFill>
                  <a:srgbClr val="0891B2"/>
                </a:solidFill>
                <a:latin typeface="Calibri"/>
                <a:ea typeface="맑은 고딕"/>
              </a:rPr>
              <a:t>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087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0" i="0">
                <a:solidFill>
                  <a:srgbClr val="0F172A"/>
                </a:solidFill>
                <a:latin typeface="Calibri"/>
                <a:ea typeface="맑은 고딕"/>
              </a:rPr>
              <a:t>팀 구성: 1~2명 권장. 팀 구성 마감일(6/2)까지 팀이 구성되지 않은 학생은 1인 팀으로 자동 진행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21408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400" b="1" i="0">
                <a:solidFill>
                  <a:srgbClr val="0891B2"/>
                </a:solidFill>
                <a:latin typeface="Calibri"/>
                <a:ea typeface="맑은 고딕"/>
              </a:rPr>
              <a:t>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6712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0" i="0">
                <a:solidFill>
                  <a:srgbClr val="0F172A"/>
                </a:solidFill>
                <a:latin typeface="Calibri"/>
                <a:ea typeface="맑은 고딕"/>
              </a:rPr>
              <a:t>지급된 NUCLEO-F439ZI 보드 사용 (호환·유사 보드 불허), uC/OS-III 기반 임베디드시스템 제작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79776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400" b="1" i="0">
                <a:solidFill>
                  <a:srgbClr val="0891B2"/>
                </a:solidFill>
                <a:latin typeface="Calibri"/>
                <a:ea typeface="맑은 고딕"/>
              </a:rPr>
              <a:t>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25496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0" i="0">
                <a:solidFill>
                  <a:srgbClr val="0F172A"/>
                </a:solidFill>
                <a:latin typeface="Calibri"/>
                <a:ea typeface="맑은 고딕"/>
              </a:rPr>
              <a:t>최소 3개 이상의 task로 구성 (예: 입력 처리, 출력 처리, 데이터 처리 task), task 우선순위는 서로 달라야 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38144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400" b="1" i="0">
                <a:solidFill>
                  <a:srgbClr val="0891B2"/>
                </a:solidFill>
                <a:latin typeface="Calibri"/>
                <a:ea typeface="맑은 고딕"/>
              </a:rPr>
              <a:t>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483863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0" i="0" dirty="0" err="1">
                <a:solidFill>
                  <a:srgbClr val="0F172A"/>
                </a:solidFill>
                <a:latin typeface="Calibri"/>
                <a:ea typeface="맑은 고딕"/>
              </a:rPr>
              <a:t>입력</a:t>
            </a:r>
            <a:r>
              <a:rPr sz="1600" b="0" i="0" dirty="0">
                <a:solidFill>
                  <a:srgbClr val="0F172A"/>
                </a:solidFill>
                <a:latin typeface="Calibri"/>
                <a:ea typeface="맑은 고딕"/>
              </a:rPr>
              <a:t> </a:t>
            </a:r>
            <a:r>
              <a:rPr sz="1600" b="0" i="0" dirty="0" err="1">
                <a:solidFill>
                  <a:srgbClr val="0F172A"/>
                </a:solidFill>
                <a:latin typeface="Calibri"/>
                <a:ea typeface="맑은 고딕"/>
              </a:rPr>
              <a:t>device와</a:t>
            </a:r>
            <a:r>
              <a:rPr sz="1600" b="0" i="0" dirty="0">
                <a:solidFill>
                  <a:srgbClr val="0F172A"/>
                </a:solidFill>
                <a:latin typeface="Calibri"/>
                <a:ea typeface="맑은 고딕"/>
              </a:rPr>
              <a:t> </a:t>
            </a:r>
            <a:r>
              <a:rPr sz="1600" b="0" i="0" dirty="0" err="1">
                <a:solidFill>
                  <a:srgbClr val="0F172A"/>
                </a:solidFill>
                <a:latin typeface="Calibri"/>
                <a:ea typeface="맑은 고딕"/>
              </a:rPr>
              <a:t>출력</a:t>
            </a:r>
            <a:r>
              <a:rPr sz="1600" b="0" i="0" dirty="0">
                <a:solidFill>
                  <a:srgbClr val="0F172A"/>
                </a:solidFill>
                <a:latin typeface="Calibri"/>
                <a:ea typeface="맑은 고딕"/>
              </a:rPr>
              <a:t> device </a:t>
            </a:r>
            <a:r>
              <a:rPr sz="1600" b="0" i="0" dirty="0" err="1">
                <a:solidFill>
                  <a:srgbClr val="0F172A"/>
                </a:solidFill>
                <a:latin typeface="Calibri"/>
                <a:ea typeface="맑은 고딕"/>
              </a:rPr>
              <a:t>제어</a:t>
            </a:r>
            <a:r>
              <a:rPr sz="1600" b="0" i="0" dirty="0">
                <a:solidFill>
                  <a:srgbClr val="0F172A"/>
                </a:solidFill>
                <a:latin typeface="Calibri"/>
                <a:ea typeface="맑은 고딕"/>
              </a:rPr>
              <a:t> </a:t>
            </a:r>
            <a:r>
              <a:rPr sz="1600" b="0" i="0" dirty="0" err="1">
                <a:solidFill>
                  <a:srgbClr val="0F172A"/>
                </a:solidFill>
                <a:latin typeface="Calibri"/>
                <a:ea typeface="맑은 고딕"/>
              </a:rPr>
              <a:t>포함</a:t>
            </a:r>
            <a:r>
              <a:rPr sz="1600" b="0" i="0" dirty="0">
                <a:solidFill>
                  <a:srgbClr val="0F172A"/>
                </a:solidFill>
                <a:latin typeface="Calibri"/>
                <a:ea typeface="맑은 고딕"/>
              </a:rPr>
              <a:t> (</a:t>
            </a:r>
            <a:r>
              <a:rPr sz="1600" b="0" i="0" dirty="0" err="1">
                <a:solidFill>
                  <a:srgbClr val="0F172A"/>
                </a:solidFill>
                <a:latin typeface="Calibri"/>
                <a:ea typeface="맑은 고딕"/>
              </a:rPr>
              <a:t>버튼·LED</a:t>
            </a:r>
            <a:r>
              <a:rPr sz="1600" b="0" i="0" dirty="0">
                <a:solidFill>
                  <a:srgbClr val="0F172A"/>
                </a:solidFill>
                <a:latin typeface="Calibri"/>
                <a:ea typeface="맑은 고딕"/>
              </a:rPr>
              <a:t> </a:t>
            </a:r>
            <a:r>
              <a:rPr sz="1600" b="0" i="0" dirty="0" err="1">
                <a:solidFill>
                  <a:srgbClr val="0F172A"/>
                </a:solidFill>
                <a:latin typeface="Calibri"/>
                <a:ea typeface="맑은 고딕"/>
              </a:rPr>
              <a:t>등</a:t>
            </a:r>
            <a:r>
              <a:rPr sz="1600" b="0" i="0" dirty="0">
                <a:solidFill>
                  <a:srgbClr val="0F172A"/>
                </a:solidFill>
                <a:latin typeface="Calibri"/>
                <a:ea typeface="맑은 고딕"/>
              </a:rPr>
              <a:t> </a:t>
            </a:r>
            <a:r>
              <a:rPr sz="1600" b="0" i="0" dirty="0" err="1">
                <a:solidFill>
                  <a:srgbClr val="0F172A"/>
                </a:solidFill>
                <a:latin typeface="Calibri"/>
                <a:ea typeface="맑은 고딕"/>
              </a:rPr>
              <a:t>기본</a:t>
            </a:r>
            <a:r>
              <a:rPr sz="1600" b="0" i="0" dirty="0">
                <a:solidFill>
                  <a:srgbClr val="0F172A"/>
                </a:solidFill>
                <a:latin typeface="Calibri"/>
                <a:ea typeface="맑은 고딕"/>
              </a:rPr>
              <a:t> </a:t>
            </a:r>
            <a:r>
              <a:rPr sz="1600" b="0" i="0" dirty="0" err="1">
                <a:solidFill>
                  <a:srgbClr val="0F172A"/>
                </a:solidFill>
                <a:latin typeface="Calibri"/>
                <a:ea typeface="맑은 고딕"/>
              </a:rPr>
              <a:t>장착</a:t>
            </a:r>
            <a:r>
              <a:rPr sz="1600" b="0" i="0" dirty="0">
                <a:solidFill>
                  <a:srgbClr val="0F172A"/>
                </a:solidFill>
                <a:latin typeface="Calibri"/>
                <a:ea typeface="맑은 고딕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96511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400" b="1" i="0">
                <a:solidFill>
                  <a:srgbClr val="0891B2"/>
                </a:solidFill>
                <a:latin typeface="Calibri"/>
                <a:ea typeface="맑은 고딕"/>
              </a:rPr>
              <a:t>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142231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0" i="0">
                <a:solidFill>
                  <a:srgbClr val="0F172A"/>
                </a:solidFill>
                <a:latin typeface="Calibri"/>
                <a:ea typeface="맑은 고딕"/>
              </a:rPr>
              <a:t>uC/OS-III task 간 통신 기능 사용 (예: message queue, semaphore 등)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852160"/>
            <a:ext cx="11091672" cy="6858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5852160"/>
            <a:ext cx="107899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1">
                <a:solidFill>
                  <a:srgbClr val="F59E0B"/>
                </a:solidFill>
                <a:latin typeface="Calibri"/>
                <a:ea typeface="맑은 고딕"/>
              </a:rPr>
              <a:t>평가 핵심: </a:t>
            </a:r>
            <a:r>
              <a:rPr sz="1500">
                <a:solidFill>
                  <a:srgbClr val="FFFFFF"/>
                </a:solidFill>
                <a:latin typeface="Calibri"/>
                <a:ea typeface="맑은 고딕"/>
              </a:rPr>
              <a:t>uC/OS-III 태스크 설계와 동작. 보드 + 단순 부품으로 </a:t>
            </a:r>
            <a:r>
              <a:rPr sz="1500" b="1">
                <a:solidFill>
                  <a:srgbClr val="FFFFFF"/>
                </a:solidFill>
                <a:latin typeface="Calibri"/>
                <a:ea typeface="맑은 고딕"/>
              </a:rPr>
              <a:t>컨셉 구현이면 충분</a:t>
            </a:r>
            <a:r>
              <a:rPr sz="1500">
                <a:solidFill>
                  <a:srgbClr val="FFFFFF"/>
                </a:solidFill>
                <a:latin typeface="Calibri"/>
                <a:ea typeface="맑은 고딕"/>
              </a:rPr>
              <a:t>하며, 화려한 하드웨어 제작이 평가 기준이 아닙니다.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0"/>
          <a:lstStyle/>
          <a:p>
            <a:r>
              <a:rPr sz="3200" b="1">
                <a:solidFill>
                  <a:srgbClr val="0F172A"/>
                </a:solidFill>
                <a:latin typeface="Calibri"/>
                <a:ea typeface="맑은 고딕"/>
              </a:rPr>
              <a:t>3. 제출물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5" y="1645920"/>
            <a:ext cx="352044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85215" y="1645920"/>
            <a:ext cx="3520440" cy="1828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5215" y="1920240"/>
            <a:ext cx="35204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400" b="1" i="0">
                <a:solidFill>
                  <a:srgbClr val="0891B2"/>
                </a:solidFill>
                <a:latin typeface="Calibri"/>
                <a:ea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5" y="2926080"/>
            <a:ext cx="35204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0F172A"/>
                </a:solidFill>
                <a:latin typeface="Calibri"/>
                <a:ea typeface="맑은 고딕"/>
              </a:rPr>
              <a:t>보고서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5" y="3611880"/>
            <a:ext cx="30632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475569"/>
                </a:solidFill>
                <a:latin typeface="Calibri"/>
                <a:ea typeface="맑은 고딕"/>
              </a:rPr>
              <a:t>PDF · RTOS 개요, task 구성, 개발 내용, 결론</a:t>
            </a:r>
          </a:p>
        </p:txBody>
      </p:sp>
      <p:sp>
        <p:nvSpPr>
          <p:cNvPr id="9" name="Rectangle 8"/>
          <p:cNvSpPr/>
          <p:nvPr/>
        </p:nvSpPr>
        <p:spPr>
          <a:xfrm>
            <a:off x="4334255" y="1645920"/>
            <a:ext cx="352044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34255" y="1645920"/>
            <a:ext cx="3520440" cy="1828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34255" y="1920240"/>
            <a:ext cx="35204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400" b="1" i="0">
                <a:solidFill>
                  <a:srgbClr val="0891B2"/>
                </a:solidFill>
                <a:latin typeface="Calibri"/>
                <a:ea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34255" y="2926080"/>
            <a:ext cx="35204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0F172A"/>
                </a:solidFill>
                <a:latin typeface="Calibri"/>
                <a:ea typeface="맑은 고딕"/>
              </a:rPr>
              <a:t>Source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5" y="3611880"/>
            <a:ext cx="30632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475569"/>
                </a:solidFill>
                <a:latin typeface="Calibri"/>
                <a:ea typeface="맑은 고딕"/>
              </a:rPr>
              <a:t>별도 제출 · 보고서 내 코드 listing은 1.5쪽 이내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3296" y="1645920"/>
            <a:ext cx="352044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83296" y="1645920"/>
            <a:ext cx="3520440" cy="1828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83296" y="1920240"/>
            <a:ext cx="35204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400" b="1" i="0">
                <a:solidFill>
                  <a:srgbClr val="0891B2"/>
                </a:solidFill>
                <a:latin typeface="Calibri"/>
                <a:ea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2926080"/>
            <a:ext cx="35204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0F172A"/>
                </a:solidFill>
                <a:latin typeface="Calibri"/>
                <a:ea typeface="맑은 고딕"/>
              </a:rPr>
              <a:t>동작 동영상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3611880"/>
            <a:ext cx="30632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475569"/>
                </a:solidFill>
                <a:latin typeface="Calibri"/>
                <a:ea typeface="맑은 고딕"/>
              </a:rPr>
              <a:t>YouTube 링크 (미등록(unlisted) 권장)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212080"/>
            <a:ext cx="11091672" cy="8229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521208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Calibri"/>
                <a:ea typeface="맑은 고딕"/>
              </a:rPr>
              <a:t>별도 발표·시연은 진행하지 않습니다. </a:t>
            </a:r>
            <a:r>
              <a:rPr sz="1500">
                <a:solidFill>
                  <a:srgbClr val="475569"/>
                </a:solidFill>
                <a:latin typeface="Calibri"/>
                <a:ea typeface="맑은 고딕"/>
              </a:rPr>
              <a:t>최종 평가는 보고서 + 동작 동영상으로 마무리됩니다.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0"/>
          <a:lstStyle/>
          <a:p>
            <a:r>
              <a:rPr sz="3200" b="1">
                <a:solidFill>
                  <a:srgbClr val="0F172A"/>
                </a:solidFill>
                <a:latin typeface="Calibri"/>
                <a:ea typeface="맑은 고딕"/>
              </a:rPr>
              <a:t>4. 평가요소 (100점 만점)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91672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463040" cy="10972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46304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  <a:ea typeface="맑은 고딕"/>
              </a:rPr>
              <a:t>20</a:t>
            </a:r>
            <a:r>
              <a:rPr sz="1400">
                <a:solidFill>
                  <a:srgbClr val="FFFFFF"/>
                </a:solidFill>
                <a:latin typeface="Calibri"/>
                <a:ea typeface="맑은 고딕"/>
              </a:rPr>
              <a:t>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1600200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 i="0">
                <a:solidFill>
                  <a:srgbClr val="0F172A"/>
                </a:solidFill>
                <a:latin typeface="Calibri"/>
                <a:ea typeface="맑은 고딕"/>
              </a:rPr>
              <a:t>기본 요구사항 충족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2011680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0" i="0">
                <a:solidFill>
                  <a:srgbClr val="475569"/>
                </a:solidFill>
                <a:latin typeface="Calibri"/>
                <a:ea typeface="맑은 고딕"/>
              </a:rPr>
              <a:t>3개 이상의 task, inter-task communication 등을 보고서와 source code로 판정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06040"/>
            <a:ext cx="11091672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606040"/>
            <a:ext cx="1463040" cy="10972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606040"/>
            <a:ext cx="146304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  <a:ea typeface="맑은 고딕"/>
              </a:rPr>
              <a:t>20</a:t>
            </a:r>
            <a:r>
              <a:rPr sz="1400">
                <a:solidFill>
                  <a:srgbClr val="FFFFFF"/>
                </a:solidFill>
                <a:latin typeface="Calibri"/>
                <a:ea typeface="맑은 고딕"/>
              </a:rPr>
              <a:t>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2788920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 i="0">
                <a:solidFill>
                  <a:srgbClr val="0F172A"/>
                </a:solidFill>
                <a:latin typeface="Calibri"/>
                <a:ea typeface="맑은 고딕"/>
              </a:rPr>
              <a:t>개발 주제의 적정성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3200400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0" i="0">
                <a:solidFill>
                  <a:srgbClr val="475569"/>
                </a:solidFill>
                <a:latin typeface="Calibri"/>
                <a:ea typeface="맑은 고딕"/>
              </a:rPr>
              <a:t>시스템의 필요성·기대효과, 창의성과 스토리텔링 (보고서 내용으로 평가)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794760"/>
            <a:ext cx="11091672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3794760"/>
            <a:ext cx="1463040" cy="10972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3794760"/>
            <a:ext cx="146304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  <a:ea typeface="맑은 고딕"/>
              </a:rPr>
              <a:t>30</a:t>
            </a:r>
            <a:r>
              <a:rPr sz="1400">
                <a:solidFill>
                  <a:srgbClr val="FFFFFF"/>
                </a:solidFill>
                <a:latin typeface="Calibri"/>
                <a:ea typeface="맑은 고딕"/>
              </a:rPr>
              <a:t>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3977640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 i="0">
                <a:solidFill>
                  <a:srgbClr val="0F172A"/>
                </a:solidFill>
                <a:latin typeface="Calibri"/>
                <a:ea typeface="맑은 고딕"/>
              </a:rPr>
              <a:t>보고서의 품질·충실도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4389120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0" i="0">
                <a:solidFill>
                  <a:srgbClr val="475569"/>
                </a:solidFill>
                <a:latin typeface="Calibri"/>
                <a:ea typeface="맑은 고딕"/>
              </a:rPr>
              <a:t>RTOS 개요, 시스템 구성, 기술 접근, 개발 내용, 결론. 코드 listing 1.5쪽 초과 시 감점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983480"/>
            <a:ext cx="11091672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4983480"/>
            <a:ext cx="1463040" cy="10972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983480"/>
            <a:ext cx="146304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  <a:ea typeface="맑은 고딕"/>
              </a:rPr>
              <a:t>30</a:t>
            </a:r>
            <a:r>
              <a:rPr sz="1400">
                <a:solidFill>
                  <a:srgbClr val="FFFFFF"/>
                </a:solidFill>
                <a:latin typeface="Calibri"/>
                <a:ea typeface="맑은 고딕"/>
              </a:rPr>
              <a:t>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5166360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 i="0">
                <a:solidFill>
                  <a:srgbClr val="0F172A"/>
                </a:solidFill>
                <a:latin typeface="Calibri"/>
                <a:ea typeface="맑은 고딕"/>
              </a:rPr>
              <a:t>개발 완성도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5577840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0" i="0">
                <a:solidFill>
                  <a:srgbClr val="475569"/>
                </a:solidFill>
                <a:latin typeface="Calibri"/>
                <a:ea typeface="맑은 고딕"/>
              </a:rPr>
              <a:t>충분한 완성(30) / 일부 미완성·주제 완성도 인정(25) / 동작함(10~20) / 동작 불가(0~10)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0"/>
          <a:lstStyle/>
          <a:p>
            <a:r>
              <a:rPr sz="3200" b="1">
                <a:solidFill>
                  <a:srgbClr val="0F172A"/>
                </a:solidFill>
                <a:latin typeface="Calibri"/>
                <a:ea typeface="맑은 고딕"/>
              </a:rPr>
              <a:t>5. 일정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293875" y="3200400"/>
            <a:ext cx="9601201" cy="0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037843" y="2926080"/>
            <a:ext cx="512064" cy="512064"/>
          </a:xfrm>
          <a:prstGeom prst="ellipse">
            <a:avLst/>
          </a:prstGeom>
          <a:solidFill>
            <a:srgbClr val="94A3B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16635" y="2057400"/>
            <a:ext cx="1554480" cy="7772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  <a:latin typeface="Calibri"/>
                <a:ea typeface="맑은 고딕"/>
              </a:rPr>
              <a:t>5/21 (목)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5" y="3566160"/>
            <a:ext cx="15544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  <a:ea typeface="맑은 고딕"/>
              </a:rPr>
              <a:t>공지·시작</a:t>
            </a:r>
          </a:p>
        </p:txBody>
      </p:sp>
      <p:sp>
        <p:nvSpPr>
          <p:cNvPr id="8" name="Oval 7"/>
          <p:cNvSpPr/>
          <p:nvPr/>
        </p:nvSpPr>
        <p:spPr>
          <a:xfrm>
            <a:off x="2638044" y="2926080"/>
            <a:ext cx="512064" cy="512064"/>
          </a:xfrm>
          <a:prstGeom prst="ellipse">
            <a:avLst/>
          </a:prstGeom>
          <a:solidFill>
            <a:srgbClr val="0891B2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16835" y="2057400"/>
            <a:ext cx="1554480" cy="7772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  <a:latin typeface="Calibri"/>
                <a:ea typeface="맑은 고딕"/>
              </a:rPr>
              <a:t>6/2 (화)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16835" y="3566160"/>
            <a:ext cx="15544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  <a:ea typeface="맑은 고딕"/>
              </a:rPr>
              <a:t>팀 구성</a:t>
            </a:r>
          </a:p>
        </p:txBody>
      </p:sp>
      <p:sp>
        <p:nvSpPr>
          <p:cNvPr id="11" name="Oval 10"/>
          <p:cNvSpPr/>
          <p:nvPr/>
        </p:nvSpPr>
        <p:spPr>
          <a:xfrm>
            <a:off x="4238243" y="2926080"/>
            <a:ext cx="512064" cy="512064"/>
          </a:xfrm>
          <a:prstGeom prst="ellipse">
            <a:avLst/>
          </a:prstGeom>
          <a:solidFill>
            <a:srgbClr val="0891B2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17035" y="2057400"/>
            <a:ext cx="1554480" cy="7772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  <a:latin typeface="Calibri"/>
                <a:ea typeface="맑은 고딕"/>
              </a:rPr>
              <a:t>6/5 (금)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7035" y="3566160"/>
            <a:ext cx="15544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  <a:ea typeface="맑은 고딕"/>
              </a:rPr>
              <a:t>주제 +
기자재 신청</a:t>
            </a:r>
          </a:p>
        </p:txBody>
      </p:sp>
      <p:sp>
        <p:nvSpPr>
          <p:cNvPr id="14" name="Oval 13"/>
          <p:cNvSpPr/>
          <p:nvPr/>
        </p:nvSpPr>
        <p:spPr>
          <a:xfrm>
            <a:off x="5838443" y="2926080"/>
            <a:ext cx="512064" cy="512064"/>
          </a:xfrm>
          <a:prstGeom prst="ellipse">
            <a:avLst/>
          </a:prstGeom>
          <a:solidFill>
            <a:srgbClr val="0891B2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17236" y="2057400"/>
            <a:ext cx="1554480" cy="7772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  <a:latin typeface="Calibri"/>
                <a:ea typeface="맑은 고딕"/>
              </a:rPr>
              <a:t>6/9 (화)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17236" y="3566160"/>
            <a:ext cx="15544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  <a:ea typeface="맑은 고딕"/>
              </a:rPr>
              <a:t>제안서 제출</a:t>
            </a:r>
          </a:p>
        </p:txBody>
      </p:sp>
      <p:sp>
        <p:nvSpPr>
          <p:cNvPr id="17" name="Oval 16"/>
          <p:cNvSpPr/>
          <p:nvPr/>
        </p:nvSpPr>
        <p:spPr>
          <a:xfrm>
            <a:off x="7438644" y="2926080"/>
            <a:ext cx="512064" cy="512064"/>
          </a:xfrm>
          <a:prstGeom prst="ellipse">
            <a:avLst/>
          </a:prstGeom>
          <a:solidFill>
            <a:srgbClr val="10B981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17436" y="2057400"/>
            <a:ext cx="1554480" cy="7772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  <a:latin typeface="Calibri"/>
                <a:ea typeface="맑은 고딕"/>
              </a:rPr>
              <a:t>6/19 (금)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17436" y="3566160"/>
            <a:ext cx="15544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  <a:ea typeface="맑은 고딕"/>
              </a:rPr>
              <a:t>Early Bird
+5점</a:t>
            </a:r>
          </a:p>
        </p:txBody>
      </p:sp>
      <p:sp>
        <p:nvSpPr>
          <p:cNvPr id="20" name="Oval 19"/>
          <p:cNvSpPr/>
          <p:nvPr/>
        </p:nvSpPr>
        <p:spPr>
          <a:xfrm>
            <a:off x="9038844" y="2926080"/>
            <a:ext cx="512064" cy="512064"/>
          </a:xfrm>
          <a:prstGeom prst="ellipse">
            <a:avLst/>
          </a:prstGeom>
          <a:solidFill>
            <a:srgbClr val="1E3A5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17636" y="2057400"/>
            <a:ext cx="1554480" cy="7772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  <a:latin typeface="Calibri"/>
                <a:ea typeface="맑은 고딕"/>
              </a:rPr>
              <a:t>6/22 (월)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17636" y="3566160"/>
            <a:ext cx="15544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  <a:latin typeface="Calibri"/>
                <a:ea typeface="맑은 고딕"/>
              </a:rPr>
              <a:t>최종 제출
마감</a:t>
            </a:r>
          </a:p>
        </p:txBody>
      </p:sp>
      <p:sp>
        <p:nvSpPr>
          <p:cNvPr id="23" name="Oval 22"/>
          <p:cNvSpPr/>
          <p:nvPr/>
        </p:nvSpPr>
        <p:spPr>
          <a:xfrm>
            <a:off x="10639044" y="2926080"/>
            <a:ext cx="512064" cy="512064"/>
          </a:xfrm>
          <a:prstGeom prst="ellipse">
            <a:avLst/>
          </a:prstGeom>
          <a:solidFill>
            <a:srgbClr val="DC2626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117836" y="2057400"/>
            <a:ext cx="1554480" cy="7772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  <a:latin typeface="Calibri"/>
                <a:ea typeface="맑은 고딕"/>
              </a:rPr>
              <a:t>6/24 (수)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7836" y="3566160"/>
            <a:ext cx="15544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  <a:latin typeface="Calibri"/>
                <a:ea typeface="맑은 고딕"/>
              </a:rPr>
              <a:t>Hard
Deadline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715000"/>
            <a:ext cx="11091672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57150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>
                <a:solidFill>
                  <a:srgbClr val="475569"/>
                </a:solidFill>
                <a:latin typeface="Calibri"/>
                <a:ea typeface="맑은 고딕"/>
              </a:rPr>
              <a:t>최종 제출 마감 이후 delay 처리됩니다  ·  </a:t>
            </a:r>
            <a:r>
              <a:rPr sz="1400" b="1">
                <a:solidFill>
                  <a:srgbClr val="DC2626"/>
                </a:solidFill>
                <a:latin typeface="Calibri"/>
                <a:ea typeface="맑은 고딕"/>
              </a:rPr>
              <a:t>1일당 -5점, </a:t>
            </a:r>
            <a:r>
              <a:rPr sz="1400">
                <a:solidFill>
                  <a:srgbClr val="475569"/>
                </a:solidFill>
                <a:latin typeface="Calibri"/>
                <a:ea typeface="맑은 고딕"/>
              </a:rPr>
              <a:t>6/24 23:59 이후 제출 불가 (hard deadline)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>
                <a:solidFill>
                  <a:srgbClr val="F59E0B"/>
                </a:solidFill>
                <a:latin typeface="Calibri"/>
                <a:ea typeface="맑은 고딕"/>
              </a:rPr>
              <a:t>평가 핵심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1430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5400" b="1">
                <a:solidFill>
                  <a:srgbClr val="F59E0B"/>
                </a:solidFill>
                <a:latin typeface="Calibri"/>
                <a:ea typeface="맑은 고딕"/>
              </a:rPr>
              <a:t>uC/OS-III </a:t>
            </a:r>
            <a:r>
              <a:rPr sz="5400" b="1">
                <a:solidFill>
                  <a:srgbClr val="FFFFFF"/>
                </a:solidFill>
                <a:latin typeface="Calibri"/>
                <a:ea typeface="맑은 고딕"/>
              </a:rPr>
              <a:t>태스크 설계와 동작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11430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0" i="0">
                <a:solidFill>
                  <a:srgbClr val="CADCFC"/>
                </a:solidFill>
                <a:latin typeface="Calibri"/>
                <a:ea typeface="맑은 고딕"/>
              </a:rPr>
              <a:t>보드 + 단순 센서·액추에이터로 컨셉 구현이면 충분합니다.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40480"/>
            <a:ext cx="114300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>
                <a:solidFill>
                  <a:srgbClr val="CADCFC"/>
                </a:solidFill>
                <a:latin typeface="Calibri"/>
                <a:ea typeface="맑은 고딕"/>
              </a:rPr>
              <a:t>실제 차체·컨베이어·정밀 캘리브레이션 등의 하드웨어 제작은 평가 대상이 아닙니다. 화려한 부품 구성보다 여러 일이 동시에 일어나는 상황을 태스크로 잘 나누는 설계가 핵심입니다.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486400"/>
            <a:ext cx="5029200" cy="59436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5486400"/>
            <a:ext cx="50292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  <a:ea typeface="맑은 고딕"/>
              </a:rPr>
              <a:t>태스크 설계  &gt;  부품 개수</a:t>
            </a:r>
          </a:p>
        </p:txBody>
      </p:sp>
    </p:spTree>
    <p:extLst>
      <p:ext uri="{BB962C8B-B14F-4D97-AF65-F5344CB8AC3E}">
        <p14:creationId xmlns:p14="http://schemas.microsoft.com/office/powerpoint/2010/main" val="4110167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0"/>
          <a:lstStyle/>
          <a:p>
            <a:r>
              <a:rPr sz="3200" b="1" dirty="0" err="1">
                <a:solidFill>
                  <a:srgbClr val="0F172A"/>
                </a:solidFill>
                <a:latin typeface="Calibri"/>
                <a:ea typeface="맑은 고딕"/>
              </a:rPr>
              <a:t>주제</a:t>
            </a:r>
            <a:r>
              <a:rPr sz="3200" b="1" dirty="0">
                <a:solidFill>
                  <a:srgbClr val="0F172A"/>
                </a:solidFill>
                <a:latin typeface="Calibri"/>
                <a:ea typeface="맑은 고딕"/>
              </a:rPr>
              <a:t> </a:t>
            </a:r>
            <a:r>
              <a:rPr lang="ko-KR" altLang="en-US" sz="3200" b="1" dirty="0">
                <a:solidFill>
                  <a:srgbClr val="0F172A"/>
                </a:solidFill>
                <a:latin typeface="Calibri"/>
                <a:ea typeface="맑은 고딕"/>
              </a:rPr>
              <a:t>방향</a:t>
            </a:r>
            <a:r>
              <a:rPr sz="3200" b="1" dirty="0">
                <a:solidFill>
                  <a:srgbClr val="0F172A"/>
                </a:solidFill>
                <a:latin typeface="Calibri"/>
                <a:ea typeface="맑은 고딕"/>
              </a:rPr>
              <a:t> 5가지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0">
                <a:solidFill>
                  <a:srgbClr val="94A3B8"/>
                </a:solidFill>
                <a:latin typeface="Calibri"/>
                <a:ea typeface="맑은 고딕"/>
              </a:rPr>
              <a:t>여러 일이 동시에 일어나는 상황을 태스크로 잘 나누는 구조가 자연스럽게 드러나는 주제 영역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361188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3611880" cy="10972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0891B2"/>
                </a:solidFill>
                <a:latin typeface="Calibri"/>
                <a:ea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06039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0F172A"/>
                </a:solidFill>
                <a:latin typeface="Calibri"/>
                <a:ea typeface="맑은 고딕"/>
              </a:rPr>
              <a:t>실시간 안전 제어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63239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1">
                <a:solidFill>
                  <a:srgbClr val="0E7490"/>
                </a:solidFill>
                <a:latin typeface="Calibri"/>
                <a:ea typeface="맑은 고딕"/>
              </a:rPr>
              <a:t>인터럽트 + 우선순위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83280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475569"/>
                </a:solidFill>
                <a:latin typeface="Calibri"/>
                <a:ea typeface="맑은 고딕"/>
              </a:rPr>
              <a:t>긴급 이벤트가 일반 동작보다 먼저 처리되어야 하는 시스템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5112" y="1737360"/>
            <a:ext cx="361188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25112" y="1737360"/>
            <a:ext cx="3611880" cy="10972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3712" y="19659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0891B2"/>
                </a:solidFill>
                <a:latin typeface="Calibri"/>
                <a:ea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606039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0F172A"/>
                </a:solidFill>
                <a:latin typeface="Calibri"/>
                <a:ea typeface="맑은 고딕"/>
              </a:rPr>
              <a:t>다중 센서 융합 환경 제어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3063239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1">
                <a:solidFill>
                  <a:srgbClr val="0E7490"/>
                </a:solidFill>
                <a:latin typeface="Calibri"/>
                <a:ea typeface="맑은 고딕"/>
              </a:rPr>
              <a:t>주기·이벤트 태스크 분리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3383280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475569"/>
                </a:solidFill>
                <a:latin typeface="Calibri"/>
                <a:ea typeface="맑은 고딕"/>
              </a:rPr>
              <a:t>여러 센서가 서로 다른 주기로 동작하고 결과를 합쳐 출력 제어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01583" y="1737360"/>
            <a:ext cx="361188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01583" y="1737360"/>
            <a:ext cx="3611880" cy="10972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30183" y="19659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0891B2"/>
                </a:solidFill>
                <a:latin typeface="Calibri"/>
                <a:ea typeface="맑은 고딕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3" y="2606039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0F172A"/>
                </a:solidFill>
                <a:latin typeface="Calibri"/>
                <a:ea typeface="맑은 고딕"/>
              </a:rPr>
              <a:t>이벤트 기반 UI / 게임 / 잠금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0183" y="3063239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1">
                <a:solidFill>
                  <a:srgbClr val="0E7490"/>
                </a:solidFill>
                <a:latin typeface="Calibri"/>
                <a:ea typeface="맑은 고딕"/>
              </a:rPr>
              <a:t>상태 머신 + 디바운스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0183" y="3383280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475569"/>
                </a:solidFill>
                <a:latin typeface="Calibri"/>
                <a:ea typeface="맑은 고딕"/>
              </a:rPr>
              <a:t>입력 타이밍·패턴·타임아웃이 핵심인 시스템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00300" y="4069080"/>
            <a:ext cx="361188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400300" y="4069080"/>
            <a:ext cx="3611880" cy="10972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628900" y="429768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0891B2"/>
                </a:solidFill>
                <a:latin typeface="Calibri"/>
                <a:ea typeface="맑은 고딕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28900" y="493776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0F172A"/>
                </a:solidFill>
                <a:latin typeface="Calibri"/>
                <a:ea typeface="맑은 고딕"/>
              </a:rPr>
              <a:t>명령·통신 기반 시퀀서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28900" y="5394960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1">
                <a:solidFill>
                  <a:srgbClr val="0E7490"/>
                </a:solidFill>
                <a:latin typeface="Calibri"/>
                <a:ea typeface="맑은 고딕"/>
              </a:rPr>
              <a:t>큐 포화·취소 처리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28900" y="5715000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475569"/>
                </a:solidFill>
                <a:latin typeface="Calibri"/>
                <a:ea typeface="맑은 고딕"/>
              </a:rPr>
              <a:t>USART 명령을 큐로 받아 순차 실행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6772" y="4069080"/>
            <a:ext cx="361188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76772" y="4069080"/>
            <a:ext cx="3611880" cy="10972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5372" y="429768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0891B2"/>
                </a:solidFill>
                <a:latin typeface="Calibri"/>
                <a:ea typeface="맑은 고딕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5372" y="493776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0F172A"/>
                </a:solidFill>
                <a:latin typeface="Calibri"/>
                <a:ea typeface="맑은 고딕"/>
              </a:rPr>
              <a:t>모니터링·알람·로깅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5372" y="5394960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1">
                <a:solidFill>
                  <a:srgbClr val="0E7490"/>
                </a:solidFill>
                <a:latin typeface="Calibri"/>
                <a:ea typeface="맑은 고딕"/>
              </a:rPr>
              <a:t>우선순위 역전 방지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5372" y="5715000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>
                <a:solidFill>
                  <a:srgbClr val="475569"/>
                </a:solidFill>
                <a:latin typeface="Calibri"/>
                <a:ea typeface="맑은 고딕"/>
              </a:rPr>
              <a:t>이벤트 발생 시 빠르게 반응하고 로그로 흔적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0"/>
          <a:lstStyle/>
          <a:p>
            <a:r>
              <a:rPr sz="3200" b="1">
                <a:solidFill>
                  <a:srgbClr val="0F172A"/>
                </a:solidFill>
                <a:latin typeface="Calibri"/>
                <a:ea typeface="맑은 고딕"/>
              </a:rPr>
              <a:t>주제 사례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280160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  <a:ea typeface="맑은 고딕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28016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0" i="0">
                <a:solidFill>
                  <a:srgbClr val="475569"/>
                </a:solidFill>
                <a:latin typeface="Calibri"/>
                <a:ea typeface="맑은 고딕"/>
              </a:rPr>
              <a:t>보드 + 기본 부품으로 즉시 구현</a:t>
            </a:r>
          </a:p>
        </p:txBody>
      </p:sp>
      <p:sp>
        <p:nvSpPr>
          <p:cNvPr id="7" name="Oval 6"/>
          <p:cNvSpPr/>
          <p:nvPr/>
        </p:nvSpPr>
        <p:spPr>
          <a:xfrm>
            <a:off x="6217920" y="1280160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0" y="128016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  <a:ea typeface="맑은 고딕"/>
              </a:rPr>
              <a:t>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28016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0" i="0">
                <a:solidFill>
                  <a:srgbClr val="475569"/>
                </a:solidFill>
                <a:latin typeface="Calibri"/>
                <a:ea typeface="맑은 고딕"/>
              </a:rPr>
              <a:t>실물 기구 없이 핵심 동작만 컨셉 시연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5486400" cy="457200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0" i="0">
                <a:solidFill>
                  <a:srgbClr val="0F172A"/>
                </a:solidFill>
                <a:latin typeface="Calibri"/>
                <a:ea typeface="맑은 고딕"/>
              </a:rPr>
              <a:t>•  가스·화재·온도 이상 알람 + 안전 모드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3172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0" i="0">
                <a:solidFill>
                  <a:srgbClr val="0F172A"/>
                </a:solidFill>
                <a:latin typeface="Calibri"/>
                <a:ea typeface="맑은 고딕"/>
              </a:rPr>
              <a:t>•  스마트 환기·냉각 시스템 (온습도 + 팬 PWM)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4320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0" i="0">
                <a:solidFill>
                  <a:srgbClr val="0F172A"/>
                </a:solidFill>
                <a:latin typeface="Calibri"/>
                <a:ea typeface="맑은 고딕"/>
              </a:rPr>
              <a:t>•  버튼 패턴 잠금장치 / 미니 금고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15468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0" i="0">
                <a:solidFill>
                  <a:srgbClr val="0F172A"/>
                </a:solidFill>
                <a:latin typeface="Calibri"/>
                <a:ea typeface="맑은 고딕"/>
              </a:rPr>
              <a:t>•  반응속도 측정기 / rolling LED 미니 게임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6616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0" i="0">
                <a:solidFill>
                  <a:srgbClr val="0F172A"/>
                </a:solidFill>
                <a:latin typeface="Calibri"/>
                <a:ea typeface="맑은 고딕"/>
              </a:rPr>
              <a:t>•  메뉴 기반 LCD·부저 컨트롤러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977639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0" i="0">
                <a:solidFill>
                  <a:srgbClr val="0F172A"/>
                </a:solidFill>
                <a:latin typeface="Calibri"/>
                <a:ea typeface="맑은 고딕"/>
              </a:rPr>
              <a:t>•  명령 큐 액추에이터 시퀀서 (USART)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0" i="0">
                <a:solidFill>
                  <a:srgbClr val="0F172A"/>
                </a:solidFill>
                <a:latin typeface="Calibri"/>
                <a:ea typeface="맑은 고딕"/>
              </a:rPr>
              <a:t>•  시리얼 원격 LED·모터 제어기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0060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0" i="0">
                <a:solidFill>
                  <a:srgbClr val="0F172A"/>
                </a:solidFill>
                <a:latin typeface="Calibri"/>
                <a:ea typeface="맑은 고딕"/>
              </a:rPr>
              <a:t>•  자동/수동 모드 전환 스마트 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21208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0" i="0">
                <a:solidFill>
                  <a:srgbClr val="0F172A"/>
                </a:solidFill>
                <a:latin typeface="Calibri"/>
                <a:ea typeface="맑은 고딕"/>
              </a:rPr>
              <a:t>•  교차로 신호 제어기 (보행자·긴급 차량 우선)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2356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0" i="0">
                <a:solidFill>
                  <a:srgbClr val="0F172A"/>
                </a:solidFill>
                <a:latin typeface="Calibri"/>
                <a:ea typeface="맑은 고딕"/>
              </a:rPr>
              <a:t>•  저전력 이벤트 데이터 로거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783080"/>
            <a:ext cx="5486400" cy="457200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1920240"/>
            <a:ext cx="5212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0" i="0">
                <a:solidFill>
                  <a:srgbClr val="0F172A"/>
                </a:solidFill>
                <a:latin typeface="Calibri"/>
                <a:ea typeface="맑은 고딕"/>
              </a:rPr>
              <a:t>•  긴급 정지 미니 자율주행차 — 차체 없이 모터 정지로 시연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606040"/>
            <a:ext cx="5212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0" i="0">
                <a:solidFill>
                  <a:srgbClr val="0F172A"/>
                </a:solidFill>
                <a:latin typeface="Calibri"/>
                <a:ea typeface="맑은 고딕"/>
              </a:rPr>
              <a:t>•  스마트 카트·유모차 자동 브레이크 — 손잡이·서보 모듈만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291840"/>
            <a:ext cx="5212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0" i="0">
                <a:solidFill>
                  <a:srgbClr val="0F172A"/>
                </a:solidFill>
                <a:latin typeface="Calibri"/>
                <a:ea typeface="맑은 고딕"/>
              </a:rPr>
              <a:t>•  스마트 선풍기 — 작은 DC 팬 또는 LED 단계 표시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77639"/>
            <a:ext cx="5212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0" i="0">
                <a:solidFill>
                  <a:srgbClr val="0F172A"/>
                </a:solidFill>
                <a:latin typeface="Calibri"/>
                <a:ea typeface="맑은 고딕"/>
              </a:rPr>
              <a:t>•  자동 조명·블라인드 — 서보 각도로 컨셉화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663440"/>
            <a:ext cx="5212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0" i="0">
                <a:solidFill>
                  <a:srgbClr val="0F172A"/>
                </a:solidFill>
                <a:latin typeface="Calibri"/>
                <a:ea typeface="맑은 고딕"/>
              </a:rPr>
              <a:t>•  환자·노약자 모니터링 — 기울기 스위치·체온 임계값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349240"/>
            <a:ext cx="5212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0" i="0">
                <a:solidFill>
                  <a:srgbClr val="0F172A"/>
                </a:solidFill>
                <a:latin typeface="Calibri"/>
                <a:ea typeface="맑은 고딕"/>
              </a:rPr>
              <a:t>•  미니 생산 라인 분류기 — 컨베이어 없이 손으로 통과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0"/>
          <a:lstStyle/>
          <a:p>
            <a:r>
              <a:rPr sz="3200" b="1">
                <a:solidFill>
                  <a:srgbClr val="0F172A"/>
                </a:solidFill>
                <a:latin typeface="Calibri"/>
                <a:ea typeface="맑은 고딕"/>
              </a:rPr>
              <a:t>권장 부품  ·  권장하지 않는 주제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325880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  <a:ea typeface="맑은 고딕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28016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800" b="1" i="0">
                <a:solidFill>
                  <a:srgbClr val="10B981"/>
                </a:solidFill>
                <a:latin typeface="Calibri"/>
                <a:ea typeface="맑은 고딕"/>
              </a:rPr>
              <a:t>권장 부품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1005840" cy="11887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00584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  <a:ea typeface="맑은 고딕"/>
              </a:rPr>
              <a:t>입력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0" y="1828800"/>
            <a:ext cx="406908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91640" y="1965960"/>
            <a:ext cx="38404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0" i="0">
                <a:solidFill>
                  <a:srgbClr val="0F172A"/>
                </a:solidFill>
                <a:latin typeface="Calibri"/>
                <a:ea typeface="맑은 고딕"/>
              </a:rPr>
              <a:t>버튼, 토글 스위치, 가변저항, 온습도·거리·조도·가스·사운드 센서, 기울기·진동 스위치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08960"/>
            <a:ext cx="1005840" cy="11887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3108960"/>
            <a:ext cx="100584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  <a:ea typeface="맑은 고딕"/>
              </a:rPr>
              <a:t>출력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0" y="3108960"/>
            <a:ext cx="406908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691640" y="3246120"/>
            <a:ext cx="38404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0" i="0">
                <a:solidFill>
                  <a:srgbClr val="0F172A"/>
                </a:solidFill>
                <a:latin typeface="Calibri"/>
                <a:ea typeface="맑은 고딕"/>
              </a:rPr>
              <a:t>LED, 부저, 텍스트 LCD(I2C)·OLED, 서보 모터, 작은 DC 모터 + 드라이버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89120"/>
            <a:ext cx="1005840" cy="11887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4389120"/>
            <a:ext cx="100584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  <a:ea typeface="맑은 고딕"/>
              </a:rPr>
              <a:t>통신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54480" y="4389120"/>
            <a:ext cx="406908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691640" y="4526280"/>
            <a:ext cx="38404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0" i="0">
                <a:solidFill>
                  <a:srgbClr val="0F172A"/>
                </a:solidFill>
                <a:latin typeface="Calibri"/>
                <a:ea typeface="맑은 고딕"/>
              </a:rPr>
              <a:t>USART 시리얼 터미널</a:t>
            </a:r>
          </a:p>
        </p:txBody>
      </p:sp>
      <p:sp>
        <p:nvSpPr>
          <p:cNvPr id="19" name="Oval 18"/>
          <p:cNvSpPr/>
          <p:nvPr/>
        </p:nvSpPr>
        <p:spPr>
          <a:xfrm>
            <a:off x="6217920" y="1325880"/>
            <a:ext cx="310896" cy="31089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0" y="132588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  <a:ea typeface="맑은 고딕"/>
              </a:rPr>
              <a:t>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128016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800" b="1" i="0">
                <a:solidFill>
                  <a:srgbClr val="DC2626"/>
                </a:solidFill>
                <a:latin typeface="Calibri"/>
                <a:ea typeface="맑은 고딕"/>
              </a:rPr>
              <a:t>권장하지 않는 주제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828800"/>
            <a:ext cx="5486400" cy="448056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1965960"/>
            <a:ext cx="5212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0" i="0">
                <a:solidFill>
                  <a:srgbClr val="0F172A"/>
                </a:solidFill>
                <a:latin typeface="Calibri"/>
                <a:ea typeface="맑은 고딕"/>
              </a:rPr>
              <a:t>•  PC 프로그램 또는 아두이노 예제 그대로 옮긴 주제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651760"/>
            <a:ext cx="5212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0" i="0">
                <a:solidFill>
                  <a:srgbClr val="0F172A"/>
                </a:solidFill>
                <a:latin typeface="Calibri"/>
                <a:ea typeface="맑은 고딕"/>
              </a:rPr>
              <a:t>•  센서 값을 한 번 읽고 끝나는 단순 확인 주제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337560"/>
            <a:ext cx="5212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0" i="0">
                <a:solidFill>
                  <a:srgbClr val="0F172A"/>
                </a:solidFill>
                <a:latin typeface="Calibri"/>
                <a:ea typeface="맑은 고딕"/>
              </a:rPr>
              <a:t>•  전역 변수만으로 모든 통신을 처리하는 주제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023360"/>
            <a:ext cx="5212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0" i="0">
                <a:solidFill>
                  <a:srgbClr val="0F172A"/>
                </a:solidFill>
                <a:latin typeface="Calibri"/>
                <a:ea typeface="맑은 고딕"/>
              </a:rPr>
              <a:t>•  모든 처리가 하나의 while 루프에 들어가는 주제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709160"/>
            <a:ext cx="5212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0" i="0">
                <a:solidFill>
                  <a:srgbClr val="0F172A"/>
                </a:solidFill>
                <a:latin typeface="Calibri"/>
                <a:ea typeface="맑은 고딕"/>
              </a:rPr>
              <a:t>•  태스크가 여러 개지만 실제로는 같은 일을 반복하는 주제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394960"/>
            <a:ext cx="5212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0" i="0">
                <a:solidFill>
                  <a:srgbClr val="0F172A"/>
                </a:solidFill>
                <a:latin typeface="Calibri"/>
                <a:ea typeface="맑은 고딕"/>
              </a:rPr>
              <a:t>•  하드웨어 제작 부담이 커서 RTOS 설계 시간을 잠식하는 주제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SLAB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타호마+맑은고딕">
      <a:majorFont>
        <a:latin typeface="Tahoma"/>
        <a:ea typeface="맑은 고딕"/>
        <a:cs typeface=""/>
      </a:majorFont>
      <a:minorFont>
        <a:latin typeface="Tahoma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ctr" latinLnBrk="1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600" b="0" i="0" u="none" strike="noStrike" cap="none" normalizeH="0" baseline="0" smtClean="0">
            <a:ln>
              <a:noFill/>
            </a:ln>
            <a:solidFill>
              <a:schemeClr val="hlink"/>
            </a:solidFill>
            <a:effectLst/>
            <a:latin typeface="Tahoma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ctr" latinLnBrk="1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600" b="0" i="0" u="none" strike="noStrike" cap="none" normalizeH="0" baseline="0" smtClean="0">
            <a:ln>
              <a:noFill/>
            </a:ln>
            <a:solidFill>
              <a:schemeClr val="hlink"/>
            </a:solidFill>
            <a:effectLst/>
            <a:latin typeface="Tahoma" pitchFamily="34" charset="0"/>
            <a:ea typeface="굴림" pitchFamily="50" charset="-127"/>
          </a:defRPr>
        </a:defPPr>
      </a:lstStyle>
    </a:lnDef>
  </a:objectDefaults>
  <a:extraClrSchemeLst>
    <a:extraClrScheme>
      <a:clrScheme name="[2006.03.30]_FTT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[2006.03.30]_FTTC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[2006.03.30]_FTTC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[2006.03.30]_FTTC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[2006.03.30]_FTTC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[2006.03.30]_FTTC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[2006.03.30]_FTTC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[2006.03.30]_FTTC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[2006.03.30]_FTTC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[2006.03.30]_FTTC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[2006.03.30]_FTTC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[2006.03.30]_FTTC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[20250221_조용훈] Acoustic Feature Extraction and Classification Techniques for Anomaly Sound Detection" id="{A59F4D5A-AB40-934C-A9E2-103784A0E193}" vid="{B1131314-EF0B-A349-9A61-E7E091D4578E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81775E8-0A63-C145-A251-5E251A092908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fa5b5814-4a28-48df-8204-17eee587f2d3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833c708-7523-4d6c-95ab-28d30f6e681a">
      <Terms xmlns="http://schemas.microsoft.com/office/infopath/2007/PartnerControls"/>
    </lcf76f155ced4ddcb4097134ff3c332f>
    <TaxCatchAll xmlns="4f2d07c9-aa05-40eb-b8fb-2c66d503649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B8C4163D7FF09E488AF19BF3AC39045D" ma:contentTypeVersion="13" ma:contentTypeDescription="새 문서를 만듭니다." ma:contentTypeScope="" ma:versionID="ebbdbc57267a0e31dc608acff2f68deb">
  <xsd:schema xmlns:xsd="http://www.w3.org/2001/XMLSchema" xmlns:xs="http://www.w3.org/2001/XMLSchema" xmlns:p="http://schemas.microsoft.com/office/2006/metadata/properties" xmlns:ns2="4833c708-7523-4d6c-95ab-28d30f6e681a" xmlns:ns3="4f2d07c9-aa05-40eb-b8fb-2c66d503649c" targetNamespace="http://schemas.microsoft.com/office/2006/metadata/properties" ma:root="true" ma:fieldsID="54d6184868f595b3a8f6a376b62d27ea" ns2:_="" ns3:_="">
    <xsd:import namespace="4833c708-7523-4d6c-95ab-28d30f6e681a"/>
    <xsd:import namespace="4f2d07c9-aa05-40eb-b8fb-2c66d503649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33c708-7523-4d6c-95ab-28d30f6e681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2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65cac84d-7232-4135-91ad-c4ab030834e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2d07c9-aa05-40eb-b8fb-2c66d503649c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49fc495-2ac6-4c84-8535-d208ce138067}" ma:internalName="TaxCatchAll" ma:showField="CatchAllData" ma:web="4f2d07c9-aa05-40eb-b8fb-2c66d503649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2E15A4E-AEF3-4980-96C3-924E957243EB}">
  <ds:schemaRefs>
    <ds:schemaRef ds:uri="4f2d07c9-aa05-40eb-b8fb-2c66d503649c"/>
    <ds:schemaRef ds:uri="http://purl.org/dc/elements/1.1/"/>
    <ds:schemaRef ds:uri="http://schemas.microsoft.com/office/2006/metadata/properties"/>
    <ds:schemaRef ds:uri="4833c708-7523-4d6c-95ab-28d30f6e681a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7E9CCE7-5F1F-4992-A7C7-294F9069706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10170E1-9AFD-454D-A6D4-1480099A1C1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33c708-7523-4d6c-95ab-28d30f6e681a"/>
    <ds:schemaRef ds:uri="4f2d07c9-aa05-40eb-b8fb-2c66d503649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1916</TotalTime>
  <Words>872</Words>
  <Application>Microsoft Macintosh PowerPoint</Application>
  <PresentationFormat>와이드스크린</PresentationFormat>
  <Paragraphs>127</Paragraphs>
  <Slides>10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굴림</vt:lpstr>
      <vt:lpstr>맑은 고딕</vt:lpstr>
      <vt:lpstr>Arial</vt:lpstr>
      <vt:lpstr>Calibri</vt:lpstr>
      <vt:lpstr>Tahoma</vt:lpstr>
      <vt:lpstr>ESLAB</vt:lpstr>
      <vt:lpstr>2026 텀프로젝트</vt:lpstr>
      <vt:lpstr>1. 목적</vt:lpstr>
      <vt:lpstr>2. 요구사항</vt:lpstr>
      <vt:lpstr>3. 제출물</vt:lpstr>
      <vt:lpstr>4. 평가요소 (100점 만점)</vt:lpstr>
      <vt:lpstr>5. 일정</vt:lpstr>
      <vt:lpstr>PowerPoint 프레젠테이션</vt:lpstr>
      <vt:lpstr>주제 방향 5가지</vt:lpstr>
      <vt:lpstr>주제 사례</vt:lpstr>
      <vt:lpstr>권장 부품  ·  권장하지 않는 주제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The Data Link Layer</dc:subject>
  <dc:creator>Baek Yunju</dc:creator>
  <cp:lastModifiedBy>Baek Yunju</cp:lastModifiedBy>
  <cp:revision>9</cp:revision>
  <cp:lastPrinted>2025-03-07T04:39:57Z</cp:lastPrinted>
  <dcterms:created xsi:type="dcterms:W3CDTF">2025-03-06T06:19:51Z</dcterms:created>
  <dcterms:modified xsi:type="dcterms:W3CDTF">2026-05-21T00:21:48Z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0x010100B8C4163D7FF09E488AF19BF3AC39045D</vt:lpwstr>
  </property>
</Properties>
</file>